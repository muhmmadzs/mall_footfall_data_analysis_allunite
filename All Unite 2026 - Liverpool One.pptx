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218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226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96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88.xml"/>
  <Override ContentType="application/vnd.openxmlformats-officedocument.presentationml.slideLayout+xml" PartName="/ppt/slideLayouts/slideLayout165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8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14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193.xml"/>
  <Override ContentType="application/vnd.openxmlformats-officedocument.presentationml.slideLayout+xml" PartName="/ppt/slideLayouts/slideLayout185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172.xml"/>
  <Override ContentType="application/vnd.openxmlformats-officedocument.presentationml.slideLayout+xml" PartName="/ppt/slideLayouts/slideLayout206.xml"/>
  <Override ContentType="application/vnd.openxmlformats-officedocument.presentationml.slideLayout+xml" PartName="/ppt/slideLayouts/slideLayout223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68.xml"/>
  <Override ContentType="application/vnd.openxmlformats-officedocument.presentationml.slideLayout+xml" PartName="/ppt/slideLayouts/slideLayout210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189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21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17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22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80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6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95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202.xml"/>
  <Override ContentType="application/vnd.openxmlformats-officedocument.presentationml.slideLayout+xml" PartName="/ppt/slideLayouts/slideLayout177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231.xml"/>
  <Override ContentType="application/vnd.openxmlformats-officedocument.presentationml.slideLayout+xml" PartName="/ppt/slideLayouts/slideLayout184.xml"/>
  <Override ContentType="application/vnd.openxmlformats-officedocument.presentationml.slideLayout+xml" PartName="/ppt/slideLayouts/slideLayout230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7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21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220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203.xml"/>
  <Override ContentType="application/vnd.openxmlformats-officedocument.presentationml.slideLayout+xml" PartName="/ppt/slideLayouts/slideLayout229.xml"/>
  <Override ContentType="application/vnd.openxmlformats-officedocument.presentationml.slideLayout+xml" PartName="/ppt/slideLayouts/slideLayout190.xml"/>
  <Override ContentType="application/vnd.openxmlformats-officedocument.presentationml.slideLayout+xml" PartName="/ppt/slideLayouts/slideLayout224.xml"/>
  <Override ContentType="application/vnd.openxmlformats-officedocument.presentationml.slideLayout+xml" PartName="/ppt/slideLayouts/slideLayout207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199.xml"/>
  <Override ContentType="application/vnd.openxmlformats-officedocument.presentationml.slideLayout+xml" PartName="/ppt/slideLayouts/slideLayout173.xml"/>
  <Override ContentType="application/vnd.openxmlformats-officedocument.presentationml.slideLayout+xml" PartName="/ppt/slideLayouts/slideLayout171.xml"/>
  <Override ContentType="application/vnd.openxmlformats-officedocument.presentationml.slideLayout+xml" PartName="/ppt/slideLayouts/slideLayout198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163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216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208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78.xml"/>
  <Override ContentType="application/vnd.openxmlformats-officedocument.presentationml.slideLayout+xml" PartName="/ppt/slideLayouts/slideLayout228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94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201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221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204.xml"/>
  <Override ContentType="application/vnd.openxmlformats-officedocument.presentationml.slideLayout+xml" PartName="/ppt/slideLayouts/slideLayout212.xml"/>
  <Override ContentType="application/vnd.openxmlformats-officedocument.presentationml.slideLayout+xml" PartName="/ppt/slideLayouts/slideLayout183.xml"/>
  <Override ContentType="application/vnd.openxmlformats-officedocument.presentationml.slideLayout+xml" PartName="/ppt/slideLayouts/slideLayout166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74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187.xml"/>
  <Override ContentType="application/vnd.openxmlformats-officedocument.presentationml.slideLayout+xml" PartName="/ppt/slideLayouts/slideLayout19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200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9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170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179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82.xml"/>
  <Override ContentType="application/vnd.openxmlformats-officedocument.presentationml.slideLayout+xml" PartName="/ppt/slideLayouts/slideLayout215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16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09.xml"/>
  <Override ContentType="application/vnd.openxmlformats-officedocument.presentationml.slideLayout+xml" PartName="/ppt/slideLayouts/slideLayout227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205.xml"/>
  <Override ContentType="application/vnd.openxmlformats-officedocument.presentationml.slideLayout+xml" PartName="/ppt/slideLayouts/slideLayout222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192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75.xml"/>
  <Override ContentType="application/vnd.openxmlformats-officedocument.presentationml.slideLayout+xml" PartName="/ppt/slideLayouts/slideLayout211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69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86.xml"/>
  <Override ContentType="application/vnd.openxmlformats-officedocument.presentationml.slideLayout+xml" PartName="/ppt/slideLayouts/slideLayout160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9" roundtripDataSignature="AMtx7mhAfXYDObHOuUuTJUvXmf7LItBb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2" name="Shape 2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3" name="Google Shape;290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4" name="Google Shape;290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1" name="Shape 2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2" name="Google Shape;29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3" name="Google Shape;291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7" name="Shape 2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" name="Google Shape;291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9" name="Google Shape;291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">
  <p:cSld name="2_Title">
    <p:bg>
      <p:bgPr>
        <a:solidFill>
          <a:schemeClr val="dk2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title"/>
          </p:nvPr>
        </p:nvSpPr>
        <p:spPr>
          <a:xfrm>
            <a:off x="695325" y="2708275"/>
            <a:ext cx="10801350" cy="144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body"/>
          </p:nvPr>
        </p:nvSpPr>
        <p:spPr>
          <a:xfrm>
            <a:off x="695325" y="4508499"/>
            <a:ext cx="10801350" cy="1081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" name="Google Shape;16;p14"/>
          <p:cNvSpPr/>
          <p:nvPr>
            <p:ph idx="2" type="pic"/>
          </p:nvPr>
        </p:nvSpPr>
        <p:spPr>
          <a:xfrm>
            <a:off x="2135188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14"/>
          <p:cNvSpPr/>
          <p:nvPr>
            <p:ph idx="3" type="pic"/>
          </p:nvPr>
        </p:nvSpPr>
        <p:spPr>
          <a:xfrm>
            <a:off x="3575050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14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4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1_Section Header">
    <p:bg>
      <p:bgPr>
        <a:solidFill>
          <a:schemeClr val="accen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5"/>
          <p:cNvSpPr txBox="1"/>
          <p:nvPr>
            <p:ph type="title"/>
          </p:nvPr>
        </p:nvSpPr>
        <p:spPr>
          <a:xfrm>
            <a:off x="695325" y="3189600"/>
            <a:ext cx="10801350" cy="144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" type="body"/>
          </p:nvPr>
        </p:nvSpPr>
        <p:spPr>
          <a:xfrm>
            <a:off x="695325" y="4795200"/>
            <a:ext cx="10801350" cy="36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3" name="Google Shape;23;p15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" name="Google Shape;25;p15"/>
          <p:cNvSpPr txBox="1"/>
          <p:nvPr>
            <p:ph idx="2" type="body"/>
          </p:nvPr>
        </p:nvSpPr>
        <p:spPr>
          <a:xfrm>
            <a:off x="695325" y="1719097"/>
            <a:ext cx="4500563" cy="19594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8800"/>
              <a:buNone/>
              <a:defRPr b="1" sz="8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5"/>
          <p:cNvSpPr/>
          <p:nvPr>
            <p:ph idx="3" type="pic"/>
          </p:nvPr>
        </p:nvSpPr>
        <p:spPr>
          <a:xfrm>
            <a:off x="2135188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15"/>
          <p:cNvSpPr/>
          <p:nvPr>
            <p:ph idx="4" type="pic"/>
          </p:nvPr>
        </p:nvSpPr>
        <p:spPr>
          <a:xfrm>
            <a:off x="3575050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15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5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Gallery">
  <p:cSld name="7_Galler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" name="Google Shape;34;p16"/>
          <p:cNvSpPr/>
          <p:nvPr>
            <p:ph idx="2" type="pic"/>
          </p:nvPr>
        </p:nvSpPr>
        <p:spPr>
          <a:xfrm>
            <a:off x="694800" y="1627200"/>
            <a:ext cx="5310000" cy="468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35" name="Google Shape;35;p16"/>
          <p:cNvSpPr/>
          <p:nvPr>
            <p:ph idx="3" type="pic"/>
          </p:nvPr>
        </p:nvSpPr>
        <p:spPr>
          <a:xfrm>
            <a:off x="6184800" y="1627200"/>
            <a:ext cx="5310000" cy="468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36" name="Google Shape;36;p16"/>
          <p:cNvSpPr txBox="1"/>
          <p:nvPr>
            <p:ph idx="1" type="body"/>
          </p:nvPr>
        </p:nvSpPr>
        <p:spPr>
          <a:xfrm>
            <a:off x="694799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4" type="body"/>
          </p:nvPr>
        </p:nvSpPr>
        <p:spPr>
          <a:xfrm>
            <a:off x="6184800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6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Gallery">
  <p:cSld name="8_Galler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/>
          <p:nvPr>
            <p:ph idx="2" type="pic"/>
          </p:nvPr>
        </p:nvSpPr>
        <p:spPr>
          <a:xfrm>
            <a:off x="694800" y="1627200"/>
            <a:ext cx="5310000" cy="468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41" name="Google Shape;41;p17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4" name="Google Shape;44;p17"/>
          <p:cNvSpPr/>
          <p:nvPr>
            <p:ph idx="3" type="pic"/>
          </p:nvPr>
        </p:nvSpPr>
        <p:spPr>
          <a:xfrm>
            <a:off x="6184800" y="1627200"/>
            <a:ext cx="5310000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45" name="Google Shape;45;p17"/>
          <p:cNvSpPr/>
          <p:nvPr>
            <p:ph idx="4" type="pic"/>
          </p:nvPr>
        </p:nvSpPr>
        <p:spPr>
          <a:xfrm>
            <a:off x="6184800" y="4057199"/>
            <a:ext cx="5310000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694799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5" type="body"/>
          </p:nvPr>
        </p:nvSpPr>
        <p:spPr>
          <a:xfrm>
            <a:off x="6184800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6" type="body"/>
          </p:nvPr>
        </p:nvSpPr>
        <p:spPr>
          <a:xfrm>
            <a:off x="6184800" y="315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7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able">
  <p:cSld name="1_Tab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4" name="Google Shape;54;p18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55" name="Google Shape;55;p18"/>
          <p:cNvSpPr txBox="1"/>
          <p:nvPr>
            <p:ph idx="1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bg>
      <p:bgPr>
        <a:solidFill>
          <a:schemeClr val="accent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9"/>
          <p:cNvSpPr txBox="1"/>
          <p:nvPr>
            <p:ph type="title"/>
          </p:nvPr>
        </p:nvSpPr>
        <p:spPr>
          <a:xfrm>
            <a:off x="695325" y="3189600"/>
            <a:ext cx="10801350" cy="144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1" type="body"/>
          </p:nvPr>
        </p:nvSpPr>
        <p:spPr>
          <a:xfrm>
            <a:off x="695325" y="4795200"/>
            <a:ext cx="10801350" cy="36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59" name="Google Shape;59;p19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695325" y="1719097"/>
            <a:ext cx="4500563" cy="19594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8800"/>
              <a:buNone/>
              <a:defRPr b="1" sz="8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9"/>
          <p:cNvSpPr/>
          <p:nvPr>
            <p:ph idx="3" type="pic"/>
          </p:nvPr>
        </p:nvSpPr>
        <p:spPr>
          <a:xfrm>
            <a:off x="2135188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9"/>
          <p:cNvSpPr/>
          <p:nvPr>
            <p:ph idx="4" type="pic"/>
          </p:nvPr>
        </p:nvSpPr>
        <p:spPr>
          <a:xfrm>
            <a:off x="3575050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rgbClr val="169B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9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Gallery">
  <p:cSld name="5_Galler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/>
          <p:nvPr>
            <p:ph idx="2" type="pic"/>
          </p:nvPr>
        </p:nvSpPr>
        <p:spPr>
          <a:xfrm>
            <a:off x="694800" y="1627200"/>
            <a:ext cx="10800000" cy="468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68" name="Google Shape;68;p20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1" name="Google Shape;71;p20"/>
          <p:cNvSpPr txBox="1"/>
          <p:nvPr>
            <p:ph idx="1" type="body"/>
          </p:nvPr>
        </p:nvSpPr>
        <p:spPr>
          <a:xfrm>
            <a:off x="694799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0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1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" type="body"/>
          </p:nvPr>
        </p:nvSpPr>
        <p:spPr>
          <a:xfrm>
            <a:off x="694800" y="1627200"/>
            <a:ext cx="10799999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21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" type="body"/>
          </p:nvPr>
        </p:nvSpPr>
        <p:spPr>
          <a:xfrm>
            <a:off x="695325" y="4589463"/>
            <a:ext cx="10801350" cy="1289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82" name="Google Shape;82;p22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4" name="Google Shape;84;p22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">
  <p:cSld name="1_Title"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3"/>
          <p:cNvSpPr txBox="1"/>
          <p:nvPr>
            <p:ph type="title"/>
          </p:nvPr>
        </p:nvSpPr>
        <p:spPr>
          <a:xfrm>
            <a:off x="695325" y="2708275"/>
            <a:ext cx="10801350" cy="144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1" type="body"/>
          </p:nvPr>
        </p:nvSpPr>
        <p:spPr>
          <a:xfrm>
            <a:off x="695325" y="4508499"/>
            <a:ext cx="10801350" cy="1081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88" name="Google Shape;88;p23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23"/>
          <p:cNvSpPr/>
          <p:nvPr>
            <p:ph idx="2" type="pic"/>
          </p:nvPr>
        </p:nvSpPr>
        <p:spPr>
          <a:xfrm>
            <a:off x="2135188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23"/>
          <p:cNvSpPr/>
          <p:nvPr>
            <p:ph idx="3" type="pic"/>
          </p:nvPr>
        </p:nvSpPr>
        <p:spPr>
          <a:xfrm>
            <a:off x="3575050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23"/>
          <p:cNvSpPr/>
          <p:nvPr/>
        </p:nvSpPr>
        <p:spPr>
          <a:xfrm>
            <a:off x="439518" y="6397625"/>
            <a:ext cx="1121530" cy="4143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3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">
  <p:cSld name="3_Title">
    <p:bg>
      <p:bgPr>
        <a:solidFill>
          <a:schemeClr val="dk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type="title"/>
          </p:nvPr>
        </p:nvSpPr>
        <p:spPr>
          <a:xfrm>
            <a:off x="695325" y="4266000"/>
            <a:ext cx="10801350" cy="144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1" type="body"/>
          </p:nvPr>
        </p:nvSpPr>
        <p:spPr>
          <a:xfrm>
            <a:off x="695325" y="5871600"/>
            <a:ext cx="10801350" cy="36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97" name="Google Shape;97;p24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9" name="Google Shape;99;p24"/>
          <p:cNvSpPr/>
          <p:nvPr>
            <p:ph idx="2" type="pic"/>
          </p:nvPr>
        </p:nvSpPr>
        <p:spPr>
          <a:xfrm>
            <a:off x="2135188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24"/>
          <p:cNvSpPr/>
          <p:nvPr>
            <p:ph idx="3" type="pic"/>
          </p:nvPr>
        </p:nvSpPr>
        <p:spPr>
          <a:xfrm>
            <a:off x="3575050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4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4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">
  <p:cSld name="4_Title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695325" y="4266000"/>
            <a:ext cx="10801350" cy="144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695325" y="5871600"/>
            <a:ext cx="10801350" cy="36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06" name="Google Shape;106;p25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8" name="Google Shape;108;p25"/>
          <p:cNvSpPr/>
          <p:nvPr>
            <p:ph idx="2" type="pic"/>
          </p:nvPr>
        </p:nvSpPr>
        <p:spPr>
          <a:xfrm>
            <a:off x="0" y="0"/>
            <a:ext cx="12192000" cy="4329113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09" name="Google Shape;109;p25"/>
          <p:cNvSpPr/>
          <p:nvPr>
            <p:ph idx="3" type="pic"/>
          </p:nvPr>
        </p:nvSpPr>
        <p:spPr>
          <a:xfrm>
            <a:off x="2135188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5"/>
          <p:cNvSpPr/>
          <p:nvPr>
            <p:ph idx="4" type="pic"/>
          </p:nvPr>
        </p:nvSpPr>
        <p:spPr>
          <a:xfrm>
            <a:off x="3575050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25"/>
          <p:cNvSpPr/>
          <p:nvPr/>
        </p:nvSpPr>
        <p:spPr>
          <a:xfrm>
            <a:off x="439518" y="6397625"/>
            <a:ext cx="1121530" cy="4143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5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">
  <p:cSld name="5_Title">
    <p:bg>
      <p:bgPr>
        <a:solidFill>
          <a:schemeClr val="dk2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"/>
          <p:cNvSpPr txBox="1"/>
          <p:nvPr>
            <p:ph type="title"/>
          </p:nvPr>
        </p:nvSpPr>
        <p:spPr>
          <a:xfrm>
            <a:off x="695325" y="4266000"/>
            <a:ext cx="10801350" cy="144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6"/>
          <p:cNvSpPr txBox="1"/>
          <p:nvPr>
            <p:ph idx="1" type="body"/>
          </p:nvPr>
        </p:nvSpPr>
        <p:spPr>
          <a:xfrm>
            <a:off x="695325" y="5871600"/>
            <a:ext cx="10801350" cy="36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16" name="Google Shape;116;p26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6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8" name="Google Shape;118;p26"/>
          <p:cNvSpPr/>
          <p:nvPr>
            <p:ph idx="2" type="pic"/>
          </p:nvPr>
        </p:nvSpPr>
        <p:spPr>
          <a:xfrm>
            <a:off x="0" y="0"/>
            <a:ext cx="12192000" cy="4329113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19" name="Google Shape;119;p26"/>
          <p:cNvSpPr/>
          <p:nvPr>
            <p:ph idx="3" type="pic"/>
          </p:nvPr>
        </p:nvSpPr>
        <p:spPr>
          <a:xfrm>
            <a:off x="2135188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6"/>
          <p:cNvSpPr/>
          <p:nvPr>
            <p:ph idx="4" type="pic"/>
          </p:nvPr>
        </p:nvSpPr>
        <p:spPr>
          <a:xfrm>
            <a:off x="3575050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6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6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le">
  <p:cSld name="6_Title">
    <p:bg>
      <p:bgPr>
        <a:solidFill>
          <a:schemeClr val="accent2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>
            <p:ph type="title"/>
          </p:nvPr>
        </p:nvSpPr>
        <p:spPr>
          <a:xfrm>
            <a:off x="695325" y="4266000"/>
            <a:ext cx="10801350" cy="144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7"/>
          <p:cNvSpPr txBox="1"/>
          <p:nvPr>
            <p:ph idx="1" type="body"/>
          </p:nvPr>
        </p:nvSpPr>
        <p:spPr>
          <a:xfrm>
            <a:off x="695325" y="5871600"/>
            <a:ext cx="10801350" cy="36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26" name="Google Shape;126;p27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7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8" name="Google Shape;128;p27"/>
          <p:cNvSpPr/>
          <p:nvPr>
            <p:ph idx="2" type="pic"/>
          </p:nvPr>
        </p:nvSpPr>
        <p:spPr>
          <a:xfrm>
            <a:off x="0" y="1"/>
            <a:ext cx="12192000" cy="3429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29" name="Google Shape;129;p27"/>
          <p:cNvSpPr/>
          <p:nvPr>
            <p:ph idx="3" type="pic"/>
          </p:nvPr>
        </p:nvSpPr>
        <p:spPr>
          <a:xfrm>
            <a:off x="2135188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7"/>
          <p:cNvSpPr/>
          <p:nvPr>
            <p:ph idx="4" type="pic"/>
          </p:nvPr>
        </p:nvSpPr>
        <p:spPr>
          <a:xfrm>
            <a:off x="3575050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27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rgbClr val="169B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7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">
  <p:cSld name="7_Title">
    <p:bg>
      <p:bgPr>
        <a:solidFill>
          <a:schemeClr val="dk2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8"/>
          <p:cNvSpPr/>
          <p:nvPr>
            <p:ph idx="2" type="pic"/>
          </p:nvPr>
        </p:nvSpPr>
        <p:spPr>
          <a:xfrm>
            <a:off x="0" y="0"/>
            <a:ext cx="12192000" cy="43291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35" name="Google Shape;135;p28"/>
          <p:cNvSpPr txBox="1"/>
          <p:nvPr>
            <p:ph type="title"/>
          </p:nvPr>
        </p:nvSpPr>
        <p:spPr>
          <a:xfrm>
            <a:off x="695325" y="4266000"/>
            <a:ext cx="10801350" cy="144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8"/>
          <p:cNvSpPr txBox="1"/>
          <p:nvPr>
            <p:ph idx="1" type="body"/>
          </p:nvPr>
        </p:nvSpPr>
        <p:spPr>
          <a:xfrm>
            <a:off x="695325" y="5871600"/>
            <a:ext cx="10801350" cy="36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37" name="Google Shape;137;p28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8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28"/>
          <p:cNvSpPr/>
          <p:nvPr>
            <p:ph idx="3" type="pic"/>
          </p:nvPr>
        </p:nvSpPr>
        <p:spPr>
          <a:xfrm>
            <a:off x="695325" y="1628775"/>
            <a:ext cx="10801349" cy="2879725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40" name="Google Shape;140;p28"/>
          <p:cNvSpPr/>
          <p:nvPr>
            <p:ph idx="4" type="pic"/>
          </p:nvPr>
        </p:nvSpPr>
        <p:spPr>
          <a:xfrm>
            <a:off x="2135188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8"/>
          <p:cNvSpPr/>
          <p:nvPr>
            <p:ph idx="5" type="pic"/>
          </p:nvPr>
        </p:nvSpPr>
        <p:spPr>
          <a:xfrm>
            <a:off x="3575050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Google Shape;142;p28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8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itle">
  <p:cSld name="8_Title">
    <p:bg>
      <p:bgPr>
        <a:solidFill>
          <a:schemeClr val="dk2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/>
          <p:nvPr>
            <p:ph idx="2" type="pic"/>
          </p:nvPr>
        </p:nvSpPr>
        <p:spPr>
          <a:xfrm>
            <a:off x="7716838" y="0"/>
            <a:ext cx="4475162" cy="6858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46" name="Google Shape;146;p29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9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8" name="Google Shape;148;p29"/>
          <p:cNvSpPr/>
          <p:nvPr>
            <p:ph idx="3" type="pic"/>
          </p:nvPr>
        </p:nvSpPr>
        <p:spPr>
          <a:xfrm>
            <a:off x="2135188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29"/>
          <p:cNvSpPr/>
          <p:nvPr>
            <p:ph idx="4" type="pic"/>
          </p:nvPr>
        </p:nvSpPr>
        <p:spPr>
          <a:xfrm>
            <a:off x="3575050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29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9"/>
          <p:cNvSpPr txBox="1"/>
          <p:nvPr>
            <p:ph type="title"/>
          </p:nvPr>
        </p:nvSpPr>
        <p:spPr>
          <a:xfrm>
            <a:off x="695325" y="4266000"/>
            <a:ext cx="5221288" cy="144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9"/>
          <p:cNvSpPr txBox="1"/>
          <p:nvPr>
            <p:ph idx="1" type="body"/>
          </p:nvPr>
        </p:nvSpPr>
        <p:spPr>
          <a:xfrm>
            <a:off x="695325" y="5871600"/>
            <a:ext cx="5221288" cy="36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53" name="Google Shape;153;p29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itle">
  <p:cSld name="9_Title">
    <p:bg>
      <p:bgPr>
        <a:solidFill>
          <a:schemeClr val="dk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56" name="Google Shape;156;p30"/>
          <p:cNvSpPr txBox="1"/>
          <p:nvPr>
            <p:ph type="title"/>
          </p:nvPr>
        </p:nvSpPr>
        <p:spPr>
          <a:xfrm>
            <a:off x="695325" y="4266000"/>
            <a:ext cx="5221288" cy="144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0"/>
          <p:cNvSpPr txBox="1"/>
          <p:nvPr>
            <p:ph idx="1" type="body"/>
          </p:nvPr>
        </p:nvSpPr>
        <p:spPr>
          <a:xfrm>
            <a:off x="695325" y="5871600"/>
            <a:ext cx="5221288" cy="36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58" name="Google Shape;158;p30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0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0" name="Google Shape;160;p30"/>
          <p:cNvSpPr/>
          <p:nvPr>
            <p:ph idx="3" type="pic"/>
          </p:nvPr>
        </p:nvSpPr>
        <p:spPr>
          <a:xfrm>
            <a:off x="2135188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30"/>
          <p:cNvSpPr/>
          <p:nvPr>
            <p:ph idx="4" type="pic"/>
          </p:nvPr>
        </p:nvSpPr>
        <p:spPr>
          <a:xfrm>
            <a:off x="3575050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30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Title">
  <p:cSld name="10_Title">
    <p:bg>
      <p:bgPr>
        <a:solidFill>
          <a:schemeClr val="dk2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/>
          <p:nvPr>
            <p:ph idx="2" type="pic"/>
          </p:nvPr>
        </p:nvSpPr>
        <p:spPr>
          <a:xfrm>
            <a:off x="6096000" y="3526684"/>
            <a:ext cx="5400676" cy="2782041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65" name="Google Shape;165;p31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1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7" name="Google Shape;167;p31"/>
          <p:cNvSpPr/>
          <p:nvPr>
            <p:ph idx="3" type="pic"/>
          </p:nvPr>
        </p:nvSpPr>
        <p:spPr>
          <a:xfrm>
            <a:off x="2135188" y="727200"/>
            <a:ext cx="1260475" cy="533400"/>
          </a:xfrm>
          <a:prstGeom prst="rect">
            <a:avLst/>
          </a:prstGeom>
          <a:solidFill>
            <a:schemeClr val="dk2"/>
          </a:solidFill>
          <a:ln>
            <a:noFill/>
          </a:ln>
        </p:spPr>
      </p:sp>
      <p:sp>
        <p:nvSpPr>
          <p:cNvPr id="168" name="Google Shape;168;p31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1"/>
          <p:cNvSpPr txBox="1"/>
          <p:nvPr>
            <p:ph type="title"/>
          </p:nvPr>
        </p:nvSpPr>
        <p:spPr>
          <a:xfrm>
            <a:off x="695325" y="4266000"/>
            <a:ext cx="5221288" cy="144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31"/>
          <p:cNvSpPr txBox="1"/>
          <p:nvPr>
            <p:ph idx="1" type="body"/>
          </p:nvPr>
        </p:nvSpPr>
        <p:spPr>
          <a:xfrm>
            <a:off x="695325" y="5871600"/>
            <a:ext cx="5221288" cy="36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71" name="Google Shape;171;p31"/>
          <p:cNvSpPr/>
          <p:nvPr>
            <p:ph idx="4" type="pic"/>
          </p:nvPr>
        </p:nvSpPr>
        <p:spPr>
          <a:xfrm>
            <a:off x="3575050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1"/>
          <p:cNvSpPr/>
          <p:nvPr>
            <p:ph idx="5" type="pic"/>
          </p:nvPr>
        </p:nvSpPr>
        <p:spPr>
          <a:xfrm>
            <a:off x="6096000" y="549275"/>
            <a:ext cx="5400676" cy="2782041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73" name="Google Shape;173;p31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Title">
  <p:cSld name="11_Title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76" name="Google Shape;176;p32"/>
          <p:cNvSpPr txBox="1"/>
          <p:nvPr>
            <p:ph type="title"/>
          </p:nvPr>
        </p:nvSpPr>
        <p:spPr>
          <a:xfrm>
            <a:off x="695326" y="2708275"/>
            <a:ext cx="4679950" cy="144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2"/>
          <p:cNvSpPr txBox="1"/>
          <p:nvPr>
            <p:ph idx="1" type="body"/>
          </p:nvPr>
        </p:nvSpPr>
        <p:spPr>
          <a:xfrm>
            <a:off x="695326" y="4508499"/>
            <a:ext cx="4679950" cy="1081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78" name="Google Shape;178;p32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32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0" name="Google Shape;180;p32"/>
          <p:cNvSpPr/>
          <p:nvPr>
            <p:ph idx="3" type="pic"/>
          </p:nvPr>
        </p:nvSpPr>
        <p:spPr>
          <a:xfrm>
            <a:off x="2135188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32"/>
          <p:cNvSpPr/>
          <p:nvPr>
            <p:ph idx="4" type="pic"/>
          </p:nvPr>
        </p:nvSpPr>
        <p:spPr>
          <a:xfrm>
            <a:off x="3575050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32"/>
          <p:cNvSpPr/>
          <p:nvPr/>
        </p:nvSpPr>
        <p:spPr>
          <a:xfrm>
            <a:off x="439518" y="6397625"/>
            <a:ext cx="1121530" cy="4143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Title">
  <p:cSld name="12_Title"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85" name="Google Shape;185;p33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33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7" name="Google Shape;187;p33"/>
          <p:cNvSpPr txBox="1"/>
          <p:nvPr>
            <p:ph type="title"/>
          </p:nvPr>
        </p:nvSpPr>
        <p:spPr>
          <a:xfrm>
            <a:off x="695326" y="2708275"/>
            <a:ext cx="4679950" cy="144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33"/>
          <p:cNvSpPr txBox="1"/>
          <p:nvPr>
            <p:ph idx="1" type="body"/>
          </p:nvPr>
        </p:nvSpPr>
        <p:spPr>
          <a:xfrm>
            <a:off x="695326" y="4508499"/>
            <a:ext cx="4679950" cy="1081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89" name="Google Shape;189;p33"/>
          <p:cNvSpPr/>
          <p:nvPr>
            <p:ph idx="3" type="pic"/>
          </p:nvPr>
        </p:nvSpPr>
        <p:spPr>
          <a:xfrm>
            <a:off x="2135188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190" name="Google Shape;190;p33"/>
          <p:cNvSpPr/>
          <p:nvPr>
            <p:ph idx="4" type="pic"/>
          </p:nvPr>
        </p:nvSpPr>
        <p:spPr>
          <a:xfrm>
            <a:off x="3575050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33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Title">
  <p:cSld name="13_Title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/>
          <p:nvPr>
            <p:ph idx="2" type="pic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94" name="Google Shape;194;p34"/>
          <p:cNvSpPr txBox="1"/>
          <p:nvPr>
            <p:ph type="title"/>
          </p:nvPr>
        </p:nvSpPr>
        <p:spPr>
          <a:xfrm>
            <a:off x="695325" y="2708275"/>
            <a:ext cx="10801350" cy="144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4"/>
          <p:cNvSpPr txBox="1"/>
          <p:nvPr>
            <p:ph idx="1" type="body"/>
          </p:nvPr>
        </p:nvSpPr>
        <p:spPr>
          <a:xfrm>
            <a:off x="695325" y="4508499"/>
            <a:ext cx="10801350" cy="1081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96" name="Google Shape;196;p34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34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8" name="Google Shape;198;p34"/>
          <p:cNvSpPr/>
          <p:nvPr>
            <p:ph idx="3" type="pic"/>
          </p:nvPr>
        </p:nvSpPr>
        <p:spPr>
          <a:xfrm>
            <a:off x="2135188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199" name="Google Shape;199;p34"/>
          <p:cNvSpPr/>
          <p:nvPr>
            <p:ph idx="4" type="pic"/>
          </p:nvPr>
        </p:nvSpPr>
        <p:spPr>
          <a:xfrm>
            <a:off x="3575050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Title">
  <p:cSld name="14_Title">
    <p:bg>
      <p:bgPr>
        <a:solidFill>
          <a:schemeClr val="accent4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5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02" name="Google Shape;202;p35"/>
          <p:cNvSpPr txBox="1"/>
          <p:nvPr>
            <p:ph type="title"/>
          </p:nvPr>
        </p:nvSpPr>
        <p:spPr>
          <a:xfrm>
            <a:off x="695325" y="4266000"/>
            <a:ext cx="10801350" cy="144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5"/>
          <p:cNvSpPr txBox="1"/>
          <p:nvPr>
            <p:ph idx="1" type="body"/>
          </p:nvPr>
        </p:nvSpPr>
        <p:spPr>
          <a:xfrm>
            <a:off x="695325" y="5871600"/>
            <a:ext cx="10801350" cy="36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04" name="Google Shape;204;p35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35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6" name="Google Shape;206;p35"/>
          <p:cNvSpPr txBox="1"/>
          <p:nvPr>
            <p:ph idx="3" type="body"/>
          </p:nvPr>
        </p:nvSpPr>
        <p:spPr>
          <a:xfrm>
            <a:off x="6816725" y="871200"/>
            <a:ext cx="4679950" cy="1117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07" name="Google Shape;207;p35"/>
          <p:cNvSpPr/>
          <p:nvPr>
            <p:ph idx="4" type="pic"/>
          </p:nvPr>
        </p:nvSpPr>
        <p:spPr>
          <a:xfrm>
            <a:off x="2135188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35"/>
          <p:cNvSpPr/>
          <p:nvPr>
            <p:ph idx="5" type="pic"/>
          </p:nvPr>
        </p:nvSpPr>
        <p:spPr>
          <a:xfrm>
            <a:off x="3575050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Title">
  <p:cSld name="15_Title">
    <p:bg>
      <p:bgPr>
        <a:solidFill>
          <a:schemeClr val="accent4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6"/>
          <p:cNvSpPr/>
          <p:nvPr>
            <p:ph idx="2" type="pic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11" name="Google Shape;211;p36"/>
          <p:cNvSpPr/>
          <p:nvPr/>
        </p:nvSpPr>
        <p:spPr>
          <a:xfrm>
            <a:off x="0" y="4008710"/>
            <a:ext cx="12192000" cy="2849290"/>
          </a:xfrm>
          <a:prstGeom prst="rect">
            <a:avLst/>
          </a:prstGeom>
          <a:gradFill>
            <a:gsLst>
              <a:gs pos="0">
                <a:srgbClr val="163B5C">
                  <a:alpha val="0"/>
                </a:srgbClr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6"/>
          <p:cNvSpPr txBox="1"/>
          <p:nvPr>
            <p:ph type="title"/>
          </p:nvPr>
        </p:nvSpPr>
        <p:spPr>
          <a:xfrm>
            <a:off x="695325" y="4266000"/>
            <a:ext cx="10801350" cy="144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36"/>
          <p:cNvSpPr txBox="1"/>
          <p:nvPr>
            <p:ph idx="1" type="body"/>
          </p:nvPr>
        </p:nvSpPr>
        <p:spPr>
          <a:xfrm>
            <a:off x="695325" y="5871600"/>
            <a:ext cx="10801350" cy="36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14" name="Google Shape;214;p36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36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6" name="Google Shape;216;p36"/>
          <p:cNvSpPr/>
          <p:nvPr>
            <p:ph idx="3" type="pic"/>
          </p:nvPr>
        </p:nvSpPr>
        <p:spPr>
          <a:xfrm>
            <a:off x="2135188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36"/>
          <p:cNvSpPr/>
          <p:nvPr>
            <p:ph idx="4" type="pic"/>
          </p:nvPr>
        </p:nvSpPr>
        <p:spPr>
          <a:xfrm>
            <a:off x="3575050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Title">
  <p:cSld name="16_Title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7"/>
          <p:cNvSpPr/>
          <p:nvPr>
            <p:ph idx="2" type="pic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20" name="Google Shape;220;p37"/>
          <p:cNvSpPr txBox="1"/>
          <p:nvPr>
            <p:ph type="title"/>
          </p:nvPr>
        </p:nvSpPr>
        <p:spPr>
          <a:xfrm>
            <a:off x="695324" y="4508500"/>
            <a:ext cx="10800825" cy="173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200"/>
              <a:buFont typeface="Arial"/>
              <a:buNone/>
              <a:defRPr sz="10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7"/>
          <p:cNvSpPr txBox="1"/>
          <p:nvPr>
            <p:ph idx="1" type="body"/>
          </p:nvPr>
        </p:nvSpPr>
        <p:spPr>
          <a:xfrm>
            <a:off x="6816725" y="871200"/>
            <a:ext cx="4679950" cy="1117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22" name="Google Shape;222;p37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37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4" name="Google Shape;224;p37"/>
          <p:cNvSpPr/>
          <p:nvPr>
            <p:ph idx="3" type="pic"/>
          </p:nvPr>
        </p:nvSpPr>
        <p:spPr>
          <a:xfrm>
            <a:off x="2135188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37"/>
          <p:cNvSpPr/>
          <p:nvPr>
            <p:ph idx="4" type="pic"/>
          </p:nvPr>
        </p:nvSpPr>
        <p:spPr>
          <a:xfrm>
            <a:off x="3575050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Title">
  <p:cSld name="17_Title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/>
          <p:cNvSpPr/>
          <p:nvPr>
            <p:ph idx="2" type="pic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28" name="Google Shape;228;p38"/>
          <p:cNvSpPr/>
          <p:nvPr/>
        </p:nvSpPr>
        <p:spPr>
          <a:xfrm>
            <a:off x="0" y="3596128"/>
            <a:ext cx="12192000" cy="3261872"/>
          </a:xfrm>
          <a:prstGeom prst="rect">
            <a:avLst/>
          </a:prstGeom>
          <a:gradFill>
            <a:gsLst>
              <a:gs pos="0">
                <a:srgbClr val="163B5C">
                  <a:alpha val="0"/>
                </a:srgbClr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8"/>
          <p:cNvSpPr txBox="1"/>
          <p:nvPr>
            <p:ph type="title"/>
          </p:nvPr>
        </p:nvSpPr>
        <p:spPr>
          <a:xfrm>
            <a:off x="695324" y="4508500"/>
            <a:ext cx="10800825" cy="173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200"/>
              <a:buFont typeface="Arial"/>
              <a:buNone/>
              <a:defRPr sz="10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8"/>
          <p:cNvSpPr txBox="1"/>
          <p:nvPr>
            <p:ph idx="1" type="body"/>
          </p:nvPr>
        </p:nvSpPr>
        <p:spPr>
          <a:xfrm>
            <a:off x="6816725" y="871200"/>
            <a:ext cx="4679950" cy="1117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31" name="Google Shape;231;p38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8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3" name="Google Shape;233;p38"/>
          <p:cNvSpPr/>
          <p:nvPr>
            <p:ph idx="3" type="pic"/>
          </p:nvPr>
        </p:nvSpPr>
        <p:spPr>
          <a:xfrm>
            <a:off x="2135188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38"/>
          <p:cNvSpPr/>
          <p:nvPr>
            <p:ph idx="4" type="pic"/>
          </p:nvPr>
        </p:nvSpPr>
        <p:spPr>
          <a:xfrm>
            <a:off x="3575050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Section Header">
  <p:cSld name="3_Section Header">
    <p:bg>
      <p:bgPr>
        <a:solidFill>
          <a:schemeClr val="accent5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>
            <p:ph type="title"/>
          </p:nvPr>
        </p:nvSpPr>
        <p:spPr>
          <a:xfrm>
            <a:off x="695325" y="3189600"/>
            <a:ext cx="10801350" cy="144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9"/>
          <p:cNvSpPr txBox="1"/>
          <p:nvPr>
            <p:ph idx="1" type="body"/>
          </p:nvPr>
        </p:nvSpPr>
        <p:spPr>
          <a:xfrm>
            <a:off x="695325" y="4795200"/>
            <a:ext cx="10801350" cy="36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38" name="Google Shape;238;p39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39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0" name="Google Shape;240;p39"/>
          <p:cNvSpPr txBox="1"/>
          <p:nvPr>
            <p:ph idx="2" type="body"/>
          </p:nvPr>
        </p:nvSpPr>
        <p:spPr>
          <a:xfrm>
            <a:off x="695325" y="1719097"/>
            <a:ext cx="4500563" cy="19594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8800"/>
              <a:buNone/>
              <a:defRPr b="1" sz="8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1" name="Google Shape;241;p39"/>
          <p:cNvSpPr/>
          <p:nvPr>
            <p:ph idx="3" type="pic"/>
          </p:nvPr>
        </p:nvSpPr>
        <p:spPr>
          <a:xfrm>
            <a:off x="2135188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9"/>
          <p:cNvSpPr/>
          <p:nvPr>
            <p:ph idx="4" type="pic"/>
          </p:nvPr>
        </p:nvSpPr>
        <p:spPr>
          <a:xfrm>
            <a:off x="3575050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39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9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Section Header">
  <p:cSld name="4_Section Header">
    <p:bg>
      <p:bgPr>
        <a:solidFill>
          <a:schemeClr val="accent3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0"/>
          <p:cNvSpPr txBox="1"/>
          <p:nvPr>
            <p:ph type="title"/>
          </p:nvPr>
        </p:nvSpPr>
        <p:spPr>
          <a:xfrm>
            <a:off x="695325" y="3189600"/>
            <a:ext cx="10801350" cy="144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40"/>
          <p:cNvSpPr txBox="1"/>
          <p:nvPr>
            <p:ph idx="1" type="body"/>
          </p:nvPr>
        </p:nvSpPr>
        <p:spPr>
          <a:xfrm>
            <a:off x="695325" y="4795200"/>
            <a:ext cx="10801350" cy="36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48" name="Google Shape;248;p40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40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0" name="Google Shape;250;p40"/>
          <p:cNvSpPr txBox="1"/>
          <p:nvPr>
            <p:ph idx="2" type="body"/>
          </p:nvPr>
        </p:nvSpPr>
        <p:spPr>
          <a:xfrm>
            <a:off x="695325" y="1719097"/>
            <a:ext cx="4500563" cy="19594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8800"/>
              <a:buNone/>
              <a:defRPr b="1" sz="8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1" name="Google Shape;251;p40"/>
          <p:cNvSpPr/>
          <p:nvPr>
            <p:ph idx="3" type="pic"/>
          </p:nvPr>
        </p:nvSpPr>
        <p:spPr>
          <a:xfrm>
            <a:off x="2135188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40"/>
          <p:cNvSpPr/>
          <p:nvPr>
            <p:ph idx="4" type="pic"/>
          </p:nvPr>
        </p:nvSpPr>
        <p:spPr>
          <a:xfrm>
            <a:off x="3575050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40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0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Section Header">
  <p:cSld name="5_Section Header">
    <p:bg>
      <p:bgPr>
        <a:solidFill>
          <a:schemeClr val="accent4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"/>
          <p:cNvSpPr txBox="1"/>
          <p:nvPr>
            <p:ph type="title"/>
          </p:nvPr>
        </p:nvSpPr>
        <p:spPr>
          <a:xfrm>
            <a:off x="695325" y="3189600"/>
            <a:ext cx="10801350" cy="144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41"/>
          <p:cNvSpPr txBox="1"/>
          <p:nvPr>
            <p:ph idx="1" type="body"/>
          </p:nvPr>
        </p:nvSpPr>
        <p:spPr>
          <a:xfrm>
            <a:off x="695325" y="4795200"/>
            <a:ext cx="10801350" cy="36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58" name="Google Shape;258;p41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41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0" name="Google Shape;260;p41"/>
          <p:cNvSpPr txBox="1"/>
          <p:nvPr>
            <p:ph idx="2" type="body"/>
          </p:nvPr>
        </p:nvSpPr>
        <p:spPr>
          <a:xfrm>
            <a:off x="695325" y="1719097"/>
            <a:ext cx="4500563" cy="19594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8800"/>
              <a:buNone/>
              <a:defRPr b="1" sz="8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1" name="Google Shape;261;p41"/>
          <p:cNvSpPr/>
          <p:nvPr>
            <p:ph idx="3" type="pic"/>
          </p:nvPr>
        </p:nvSpPr>
        <p:spPr>
          <a:xfrm>
            <a:off x="2135188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41"/>
          <p:cNvSpPr/>
          <p:nvPr>
            <p:ph idx="4" type="pic"/>
          </p:nvPr>
        </p:nvSpPr>
        <p:spPr>
          <a:xfrm>
            <a:off x="3575050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41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1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Section Header">
  <p:cSld name="6_Section Header">
    <p:bg>
      <p:bgPr>
        <a:solidFill>
          <a:srgbClr val="8866BC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2"/>
          <p:cNvSpPr txBox="1"/>
          <p:nvPr>
            <p:ph type="title"/>
          </p:nvPr>
        </p:nvSpPr>
        <p:spPr>
          <a:xfrm>
            <a:off x="695325" y="3189600"/>
            <a:ext cx="10801350" cy="144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42"/>
          <p:cNvSpPr txBox="1"/>
          <p:nvPr>
            <p:ph idx="1" type="body"/>
          </p:nvPr>
        </p:nvSpPr>
        <p:spPr>
          <a:xfrm>
            <a:off x="695325" y="4795200"/>
            <a:ext cx="10801350" cy="36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8" name="Google Shape;268;p42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42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0" name="Google Shape;270;p42"/>
          <p:cNvSpPr txBox="1"/>
          <p:nvPr>
            <p:ph idx="2" type="body"/>
          </p:nvPr>
        </p:nvSpPr>
        <p:spPr>
          <a:xfrm>
            <a:off x="695325" y="1719097"/>
            <a:ext cx="4500563" cy="19594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8800"/>
              <a:buNone/>
              <a:defRPr b="1" sz="8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1" name="Google Shape;271;p42"/>
          <p:cNvSpPr/>
          <p:nvPr>
            <p:ph idx="3" type="pic"/>
          </p:nvPr>
        </p:nvSpPr>
        <p:spPr>
          <a:xfrm>
            <a:off x="2135188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272" name="Google Shape;272;p42"/>
          <p:cNvSpPr/>
          <p:nvPr>
            <p:ph idx="4" type="pic"/>
          </p:nvPr>
        </p:nvSpPr>
        <p:spPr>
          <a:xfrm>
            <a:off x="3575050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42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rgbClr val="8866B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2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Section Header">
  <p:cSld name="7_Section Header">
    <p:bg>
      <p:bgPr>
        <a:solidFill>
          <a:schemeClr val="dk2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3"/>
          <p:cNvSpPr/>
          <p:nvPr>
            <p:ph idx="2" type="pic"/>
          </p:nvPr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77" name="Google Shape;277;p43"/>
          <p:cNvSpPr txBox="1"/>
          <p:nvPr>
            <p:ph type="title"/>
          </p:nvPr>
        </p:nvSpPr>
        <p:spPr>
          <a:xfrm>
            <a:off x="695325" y="3189600"/>
            <a:ext cx="5221288" cy="144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43"/>
          <p:cNvSpPr txBox="1"/>
          <p:nvPr>
            <p:ph idx="1" type="body"/>
          </p:nvPr>
        </p:nvSpPr>
        <p:spPr>
          <a:xfrm>
            <a:off x="695325" y="4795200"/>
            <a:ext cx="5221288" cy="36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79" name="Google Shape;279;p43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43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1" name="Google Shape;281;p43"/>
          <p:cNvSpPr txBox="1"/>
          <p:nvPr>
            <p:ph idx="3" type="body"/>
          </p:nvPr>
        </p:nvSpPr>
        <p:spPr>
          <a:xfrm>
            <a:off x="695325" y="1719097"/>
            <a:ext cx="4500563" cy="19594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8800"/>
              <a:buNone/>
              <a:defRPr b="1" sz="8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2" name="Google Shape;282;p43"/>
          <p:cNvSpPr/>
          <p:nvPr>
            <p:ph idx="4" type="pic"/>
          </p:nvPr>
        </p:nvSpPr>
        <p:spPr>
          <a:xfrm>
            <a:off x="2135188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283" name="Google Shape;283;p43"/>
          <p:cNvSpPr/>
          <p:nvPr>
            <p:ph idx="5" type="pic"/>
          </p:nvPr>
        </p:nvSpPr>
        <p:spPr>
          <a:xfrm>
            <a:off x="3575050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284" name="Google Shape;284;p43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Section Header">
  <p:cSld name="8_Section Header">
    <p:bg>
      <p:bgPr>
        <a:solidFill>
          <a:schemeClr val="accent2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4"/>
          <p:cNvSpPr/>
          <p:nvPr>
            <p:ph idx="2" type="pic"/>
          </p:nvPr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87" name="Google Shape;287;p44"/>
          <p:cNvSpPr txBox="1"/>
          <p:nvPr>
            <p:ph type="title"/>
          </p:nvPr>
        </p:nvSpPr>
        <p:spPr>
          <a:xfrm>
            <a:off x="695325" y="3189600"/>
            <a:ext cx="5221288" cy="144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44"/>
          <p:cNvSpPr txBox="1"/>
          <p:nvPr>
            <p:ph idx="1" type="body"/>
          </p:nvPr>
        </p:nvSpPr>
        <p:spPr>
          <a:xfrm>
            <a:off x="695325" y="4795200"/>
            <a:ext cx="5221288" cy="36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89" name="Google Shape;289;p44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44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1" name="Google Shape;291;p44"/>
          <p:cNvSpPr txBox="1"/>
          <p:nvPr>
            <p:ph idx="3" type="body"/>
          </p:nvPr>
        </p:nvSpPr>
        <p:spPr>
          <a:xfrm>
            <a:off x="695325" y="1719097"/>
            <a:ext cx="4500563" cy="19594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8800"/>
              <a:buNone/>
              <a:defRPr b="1" sz="8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2" name="Google Shape;292;p44"/>
          <p:cNvSpPr/>
          <p:nvPr>
            <p:ph idx="4" type="pic"/>
          </p:nvPr>
        </p:nvSpPr>
        <p:spPr>
          <a:xfrm>
            <a:off x="2135188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293" name="Google Shape;293;p44"/>
          <p:cNvSpPr/>
          <p:nvPr>
            <p:ph idx="5" type="pic"/>
          </p:nvPr>
        </p:nvSpPr>
        <p:spPr>
          <a:xfrm>
            <a:off x="3575050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294" name="Google Shape;294;p44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rgbClr val="169B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Section Header">
  <p:cSld name="9_Section Header">
    <p:bg>
      <p:bgPr>
        <a:solidFill>
          <a:schemeClr val="accent5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5"/>
          <p:cNvSpPr/>
          <p:nvPr>
            <p:ph idx="2" type="pic"/>
          </p:nvPr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97" name="Google Shape;297;p45"/>
          <p:cNvSpPr txBox="1"/>
          <p:nvPr>
            <p:ph type="title"/>
          </p:nvPr>
        </p:nvSpPr>
        <p:spPr>
          <a:xfrm>
            <a:off x="695325" y="3189600"/>
            <a:ext cx="5221288" cy="144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45"/>
          <p:cNvSpPr txBox="1"/>
          <p:nvPr>
            <p:ph idx="1" type="body"/>
          </p:nvPr>
        </p:nvSpPr>
        <p:spPr>
          <a:xfrm>
            <a:off x="695325" y="4795200"/>
            <a:ext cx="5221288" cy="36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99" name="Google Shape;299;p45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45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1" name="Google Shape;301;p45"/>
          <p:cNvSpPr txBox="1"/>
          <p:nvPr>
            <p:ph idx="3" type="body"/>
          </p:nvPr>
        </p:nvSpPr>
        <p:spPr>
          <a:xfrm>
            <a:off x="695325" y="1719097"/>
            <a:ext cx="4500563" cy="19594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8800"/>
              <a:buNone/>
              <a:defRPr b="1" sz="8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2" name="Google Shape;302;p45"/>
          <p:cNvSpPr/>
          <p:nvPr>
            <p:ph idx="4" type="pic"/>
          </p:nvPr>
        </p:nvSpPr>
        <p:spPr>
          <a:xfrm>
            <a:off x="2135188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45"/>
          <p:cNvSpPr/>
          <p:nvPr>
            <p:ph idx="5" type="pic"/>
          </p:nvPr>
        </p:nvSpPr>
        <p:spPr>
          <a:xfrm>
            <a:off x="3575050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304" name="Google Shape;304;p45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Section Header">
  <p:cSld name="10_Section Header">
    <p:bg>
      <p:bgPr>
        <a:solidFill>
          <a:schemeClr val="accent3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6"/>
          <p:cNvSpPr/>
          <p:nvPr>
            <p:ph idx="2" type="pic"/>
          </p:nvPr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307" name="Google Shape;307;p46"/>
          <p:cNvSpPr txBox="1"/>
          <p:nvPr>
            <p:ph type="title"/>
          </p:nvPr>
        </p:nvSpPr>
        <p:spPr>
          <a:xfrm>
            <a:off x="695325" y="3189600"/>
            <a:ext cx="5221288" cy="144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46"/>
          <p:cNvSpPr txBox="1"/>
          <p:nvPr>
            <p:ph idx="1" type="body"/>
          </p:nvPr>
        </p:nvSpPr>
        <p:spPr>
          <a:xfrm>
            <a:off x="695325" y="4795200"/>
            <a:ext cx="5221288" cy="36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9" name="Google Shape;309;p46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46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11" name="Google Shape;311;p46"/>
          <p:cNvSpPr txBox="1"/>
          <p:nvPr>
            <p:ph idx="3" type="body"/>
          </p:nvPr>
        </p:nvSpPr>
        <p:spPr>
          <a:xfrm>
            <a:off x="695325" y="1719097"/>
            <a:ext cx="4500563" cy="19594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8800"/>
              <a:buNone/>
              <a:defRPr b="1" sz="8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2" name="Google Shape;312;p46"/>
          <p:cNvSpPr/>
          <p:nvPr>
            <p:ph idx="4" type="pic"/>
          </p:nvPr>
        </p:nvSpPr>
        <p:spPr>
          <a:xfrm>
            <a:off x="2135188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46"/>
          <p:cNvSpPr/>
          <p:nvPr>
            <p:ph idx="5" type="pic"/>
          </p:nvPr>
        </p:nvSpPr>
        <p:spPr>
          <a:xfrm>
            <a:off x="3575050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p46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Section Header">
  <p:cSld name="11_Section Header">
    <p:bg>
      <p:bgPr>
        <a:solidFill>
          <a:schemeClr val="accent4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7"/>
          <p:cNvSpPr/>
          <p:nvPr>
            <p:ph idx="2" type="pic"/>
          </p:nvPr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317" name="Google Shape;317;p47"/>
          <p:cNvSpPr txBox="1"/>
          <p:nvPr>
            <p:ph type="title"/>
          </p:nvPr>
        </p:nvSpPr>
        <p:spPr>
          <a:xfrm>
            <a:off x="695325" y="3189600"/>
            <a:ext cx="5221288" cy="144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47"/>
          <p:cNvSpPr txBox="1"/>
          <p:nvPr>
            <p:ph idx="1" type="body"/>
          </p:nvPr>
        </p:nvSpPr>
        <p:spPr>
          <a:xfrm>
            <a:off x="695325" y="4795200"/>
            <a:ext cx="5221288" cy="36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19" name="Google Shape;319;p47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47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1" name="Google Shape;321;p47"/>
          <p:cNvSpPr txBox="1"/>
          <p:nvPr>
            <p:ph idx="3" type="body"/>
          </p:nvPr>
        </p:nvSpPr>
        <p:spPr>
          <a:xfrm>
            <a:off x="695325" y="1719097"/>
            <a:ext cx="4500563" cy="19594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8800"/>
              <a:buNone/>
              <a:defRPr b="1" sz="8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2" name="Google Shape;322;p47"/>
          <p:cNvSpPr/>
          <p:nvPr>
            <p:ph idx="4" type="pic"/>
          </p:nvPr>
        </p:nvSpPr>
        <p:spPr>
          <a:xfrm>
            <a:off x="2135188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47"/>
          <p:cNvSpPr/>
          <p:nvPr>
            <p:ph idx="5" type="pic"/>
          </p:nvPr>
        </p:nvSpPr>
        <p:spPr>
          <a:xfrm>
            <a:off x="3575050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7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Section Header">
  <p:cSld name="12_Section Header">
    <p:bg>
      <p:bgPr>
        <a:solidFill>
          <a:srgbClr val="8866BC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8"/>
          <p:cNvSpPr/>
          <p:nvPr>
            <p:ph idx="2" type="pic"/>
          </p:nvPr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327" name="Google Shape;327;p48"/>
          <p:cNvSpPr txBox="1"/>
          <p:nvPr>
            <p:ph type="title"/>
          </p:nvPr>
        </p:nvSpPr>
        <p:spPr>
          <a:xfrm>
            <a:off x="695325" y="3189600"/>
            <a:ext cx="5221288" cy="144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48"/>
          <p:cNvSpPr txBox="1"/>
          <p:nvPr>
            <p:ph idx="1" type="body"/>
          </p:nvPr>
        </p:nvSpPr>
        <p:spPr>
          <a:xfrm>
            <a:off x="695325" y="4795200"/>
            <a:ext cx="5221288" cy="36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29" name="Google Shape;329;p48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0" name="Google Shape;330;p48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1" name="Google Shape;331;p48"/>
          <p:cNvSpPr txBox="1"/>
          <p:nvPr>
            <p:ph idx="3" type="body"/>
          </p:nvPr>
        </p:nvSpPr>
        <p:spPr>
          <a:xfrm>
            <a:off x="695325" y="1719097"/>
            <a:ext cx="4500563" cy="19594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8800"/>
              <a:buNone/>
              <a:defRPr b="1" sz="8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2" name="Google Shape;332;p48"/>
          <p:cNvSpPr/>
          <p:nvPr>
            <p:ph idx="4" type="pic"/>
          </p:nvPr>
        </p:nvSpPr>
        <p:spPr>
          <a:xfrm>
            <a:off x="2135188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48"/>
          <p:cNvSpPr/>
          <p:nvPr>
            <p:ph idx="5" type="pic"/>
          </p:nvPr>
        </p:nvSpPr>
        <p:spPr>
          <a:xfrm>
            <a:off x="3575050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48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rgbClr val="8866B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Agenda">
  <p:cSld name="1_Agenda">
    <p:bg>
      <p:bgPr>
        <a:solidFill>
          <a:schemeClr val="dk2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9"/>
          <p:cNvSpPr/>
          <p:nvPr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9"/>
          <p:cNvSpPr txBox="1"/>
          <p:nvPr>
            <p:ph type="title"/>
          </p:nvPr>
        </p:nvSpPr>
        <p:spPr>
          <a:xfrm>
            <a:off x="695325" y="2101877"/>
            <a:ext cx="5221288" cy="144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49"/>
          <p:cNvSpPr txBox="1"/>
          <p:nvPr>
            <p:ph idx="1" type="body"/>
          </p:nvPr>
        </p:nvSpPr>
        <p:spPr>
          <a:xfrm>
            <a:off x="695325" y="3707477"/>
            <a:ext cx="5221288" cy="36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39" name="Google Shape;339;p49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49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1" name="Google Shape;341;p49"/>
          <p:cNvSpPr txBox="1"/>
          <p:nvPr>
            <p:ph idx="2" type="body"/>
          </p:nvPr>
        </p:nvSpPr>
        <p:spPr>
          <a:xfrm>
            <a:off x="6635749" y="549276"/>
            <a:ext cx="4859049" cy="5759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AutoNum type="arabicPeriod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AutoNum type="arabicPeriod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2" name="Google Shape;342;p49"/>
          <p:cNvSpPr/>
          <p:nvPr>
            <p:ph idx="3" type="pic"/>
          </p:nvPr>
        </p:nvSpPr>
        <p:spPr>
          <a:xfrm>
            <a:off x="2135188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49"/>
          <p:cNvSpPr/>
          <p:nvPr>
            <p:ph idx="4" type="pic"/>
          </p:nvPr>
        </p:nvSpPr>
        <p:spPr>
          <a:xfrm>
            <a:off x="3575050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49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49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Agenda">
  <p:cSld name="2_Agenda">
    <p:bg>
      <p:bgPr>
        <a:solidFill>
          <a:schemeClr val="accent1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0"/>
          <p:cNvSpPr/>
          <p:nvPr/>
        </p:nvSpPr>
        <p:spPr>
          <a:xfrm>
            <a:off x="4295775" y="1"/>
            <a:ext cx="78962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50"/>
          <p:cNvSpPr txBox="1"/>
          <p:nvPr>
            <p:ph type="title"/>
          </p:nvPr>
        </p:nvSpPr>
        <p:spPr>
          <a:xfrm>
            <a:off x="695325" y="2101877"/>
            <a:ext cx="3421062" cy="144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50"/>
          <p:cNvSpPr txBox="1"/>
          <p:nvPr>
            <p:ph idx="1" type="body"/>
          </p:nvPr>
        </p:nvSpPr>
        <p:spPr>
          <a:xfrm>
            <a:off x="695325" y="3707477"/>
            <a:ext cx="3421062" cy="36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50" name="Google Shape;350;p50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50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2" name="Google Shape;352;p50"/>
          <p:cNvSpPr txBox="1"/>
          <p:nvPr>
            <p:ph idx="2" type="body"/>
          </p:nvPr>
        </p:nvSpPr>
        <p:spPr>
          <a:xfrm>
            <a:off x="8434827" y="549275"/>
            <a:ext cx="3059972" cy="5759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AutoNum type="arabicPeriod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AutoNum type="arabicPeriod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3" name="Google Shape;353;p50"/>
          <p:cNvSpPr txBox="1"/>
          <p:nvPr>
            <p:ph idx="3" type="body"/>
          </p:nvPr>
        </p:nvSpPr>
        <p:spPr>
          <a:xfrm>
            <a:off x="5014913" y="549275"/>
            <a:ext cx="3060700" cy="5759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AutoNum type="arabicPeriod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AutoNum type="arabicPeriod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4" name="Google Shape;354;p50"/>
          <p:cNvSpPr/>
          <p:nvPr>
            <p:ph idx="4" type="pic"/>
          </p:nvPr>
        </p:nvSpPr>
        <p:spPr>
          <a:xfrm>
            <a:off x="2135188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50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50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Agenda">
  <p:cSld name="3_Agenda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1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51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51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61" name="Google Shape;361;p51"/>
          <p:cNvSpPr/>
          <p:nvPr/>
        </p:nvSpPr>
        <p:spPr>
          <a:xfrm>
            <a:off x="694800" y="1627200"/>
            <a:ext cx="5310000" cy="225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51"/>
          <p:cNvSpPr/>
          <p:nvPr>
            <p:ph idx="2" type="pic"/>
          </p:nvPr>
        </p:nvSpPr>
        <p:spPr>
          <a:xfrm>
            <a:off x="6184799" y="1627200"/>
            <a:ext cx="5311875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363" name="Google Shape;363;p51"/>
          <p:cNvSpPr/>
          <p:nvPr>
            <p:ph idx="3" type="pic"/>
          </p:nvPr>
        </p:nvSpPr>
        <p:spPr>
          <a:xfrm>
            <a:off x="694800" y="4057200"/>
            <a:ext cx="5310000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364" name="Google Shape;364;p51"/>
          <p:cNvSpPr/>
          <p:nvPr>
            <p:ph idx="4" type="pic"/>
          </p:nvPr>
        </p:nvSpPr>
        <p:spPr>
          <a:xfrm>
            <a:off x="6184800" y="4057200"/>
            <a:ext cx="5311875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365" name="Google Shape;365;p51"/>
          <p:cNvSpPr txBox="1"/>
          <p:nvPr>
            <p:ph idx="1" type="body"/>
          </p:nvPr>
        </p:nvSpPr>
        <p:spPr>
          <a:xfrm>
            <a:off x="1061020" y="1944000"/>
            <a:ext cx="432000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6" name="Google Shape;366;p51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Agenda">
  <p:cSld name="4_Agenda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2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52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52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1" name="Google Shape;371;p52"/>
          <p:cNvSpPr/>
          <p:nvPr/>
        </p:nvSpPr>
        <p:spPr>
          <a:xfrm>
            <a:off x="694800" y="1627200"/>
            <a:ext cx="5310000" cy="225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52"/>
          <p:cNvSpPr/>
          <p:nvPr/>
        </p:nvSpPr>
        <p:spPr>
          <a:xfrm>
            <a:off x="6186001" y="4057200"/>
            <a:ext cx="5310674" cy="225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2"/>
          <p:cNvSpPr/>
          <p:nvPr>
            <p:ph idx="2" type="pic"/>
          </p:nvPr>
        </p:nvSpPr>
        <p:spPr>
          <a:xfrm>
            <a:off x="6184799" y="1627200"/>
            <a:ext cx="5311875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374" name="Google Shape;374;p52"/>
          <p:cNvSpPr/>
          <p:nvPr>
            <p:ph idx="3" type="pic"/>
          </p:nvPr>
        </p:nvSpPr>
        <p:spPr>
          <a:xfrm>
            <a:off x="694800" y="4057200"/>
            <a:ext cx="5310000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375" name="Google Shape;375;p52"/>
          <p:cNvSpPr txBox="1"/>
          <p:nvPr>
            <p:ph idx="1" type="body"/>
          </p:nvPr>
        </p:nvSpPr>
        <p:spPr>
          <a:xfrm>
            <a:off x="6559200" y="4374000"/>
            <a:ext cx="432000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6" name="Google Shape;376;p52"/>
          <p:cNvSpPr txBox="1"/>
          <p:nvPr>
            <p:ph idx="4" type="body"/>
          </p:nvPr>
        </p:nvSpPr>
        <p:spPr>
          <a:xfrm>
            <a:off x="1061020" y="1944000"/>
            <a:ext cx="432000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7" name="Google Shape;377;p52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Agenda">
  <p:cSld name="5_Agenda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3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53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53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2" name="Google Shape;382;p53"/>
          <p:cNvSpPr/>
          <p:nvPr/>
        </p:nvSpPr>
        <p:spPr>
          <a:xfrm>
            <a:off x="694800" y="1627200"/>
            <a:ext cx="5310000" cy="225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53"/>
          <p:cNvSpPr/>
          <p:nvPr/>
        </p:nvSpPr>
        <p:spPr>
          <a:xfrm>
            <a:off x="694800" y="4057963"/>
            <a:ext cx="5310000" cy="225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53"/>
          <p:cNvSpPr txBox="1"/>
          <p:nvPr>
            <p:ph idx="1" type="body"/>
          </p:nvPr>
        </p:nvSpPr>
        <p:spPr>
          <a:xfrm>
            <a:off x="1062000" y="4373239"/>
            <a:ext cx="432000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5" name="Google Shape;385;p53"/>
          <p:cNvSpPr txBox="1"/>
          <p:nvPr>
            <p:ph idx="2" type="body"/>
          </p:nvPr>
        </p:nvSpPr>
        <p:spPr>
          <a:xfrm>
            <a:off x="1061021" y="1944000"/>
            <a:ext cx="432000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6" name="Google Shape;386;p53"/>
          <p:cNvSpPr/>
          <p:nvPr>
            <p:ph idx="3" type="pic"/>
          </p:nvPr>
        </p:nvSpPr>
        <p:spPr>
          <a:xfrm>
            <a:off x="6184799" y="1627200"/>
            <a:ext cx="5311875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387" name="Google Shape;387;p53"/>
          <p:cNvSpPr/>
          <p:nvPr>
            <p:ph idx="4" type="pic"/>
          </p:nvPr>
        </p:nvSpPr>
        <p:spPr>
          <a:xfrm>
            <a:off x="6184800" y="4057200"/>
            <a:ext cx="5311875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388" name="Google Shape;388;p53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Agenda">
  <p:cSld name="6_Agenda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4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1" name="Google Shape;391;p54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2" name="Google Shape;392;p54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3" name="Google Shape;393;p54"/>
          <p:cNvSpPr/>
          <p:nvPr/>
        </p:nvSpPr>
        <p:spPr>
          <a:xfrm>
            <a:off x="694800" y="1627200"/>
            <a:ext cx="5310000" cy="225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54"/>
          <p:cNvSpPr/>
          <p:nvPr/>
        </p:nvSpPr>
        <p:spPr>
          <a:xfrm>
            <a:off x="6186001" y="4057200"/>
            <a:ext cx="5310674" cy="225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4"/>
          <p:cNvSpPr txBox="1"/>
          <p:nvPr>
            <p:ph idx="1" type="body"/>
          </p:nvPr>
        </p:nvSpPr>
        <p:spPr>
          <a:xfrm>
            <a:off x="6559200" y="4374000"/>
            <a:ext cx="432000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6" name="Google Shape;396;p54"/>
          <p:cNvSpPr/>
          <p:nvPr/>
        </p:nvSpPr>
        <p:spPr>
          <a:xfrm>
            <a:off x="6186000" y="1627200"/>
            <a:ext cx="5310675" cy="225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54"/>
          <p:cNvSpPr txBox="1"/>
          <p:nvPr>
            <p:ph idx="2" type="body"/>
          </p:nvPr>
        </p:nvSpPr>
        <p:spPr>
          <a:xfrm>
            <a:off x="6557277" y="1944000"/>
            <a:ext cx="432000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8" name="Google Shape;398;p54"/>
          <p:cNvSpPr/>
          <p:nvPr/>
        </p:nvSpPr>
        <p:spPr>
          <a:xfrm>
            <a:off x="694800" y="4057963"/>
            <a:ext cx="5310000" cy="225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54"/>
          <p:cNvSpPr txBox="1"/>
          <p:nvPr>
            <p:ph idx="3" type="body"/>
          </p:nvPr>
        </p:nvSpPr>
        <p:spPr>
          <a:xfrm>
            <a:off x="1062000" y="4373239"/>
            <a:ext cx="432000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0" name="Google Shape;400;p54"/>
          <p:cNvSpPr txBox="1"/>
          <p:nvPr>
            <p:ph idx="4" type="body"/>
          </p:nvPr>
        </p:nvSpPr>
        <p:spPr>
          <a:xfrm>
            <a:off x="1061021" y="1944000"/>
            <a:ext cx="432000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1" name="Google Shape;401;p54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Agenda">
  <p:cSld name="7_Agenda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5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55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55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6" name="Google Shape;406;p55"/>
          <p:cNvSpPr/>
          <p:nvPr/>
        </p:nvSpPr>
        <p:spPr>
          <a:xfrm>
            <a:off x="8015479" y="1628770"/>
            <a:ext cx="3481196" cy="225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55"/>
          <p:cNvSpPr/>
          <p:nvPr/>
        </p:nvSpPr>
        <p:spPr>
          <a:xfrm>
            <a:off x="4355403" y="4057200"/>
            <a:ext cx="3481200" cy="225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55"/>
          <p:cNvSpPr/>
          <p:nvPr>
            <p:ph idx="2" type="pic"/>
          </p:nvPr>
        </p:nvSpPr>
        <p:spPr>
          <a:xfrm>
            <a:off x="4356000" y="1628770"/>
            <a:ext cx="3481200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409" name="Google Shape;409;p55"/>
          <p:cNvSpPr/>
          <p:nvPr>
            <p:ph idx="3" type="pic"/>
          </p:nvPr>
        </p:nvSpPr>
        <p:spPr>
          <a:xfrm>
            <a:off x="694800" y="4057200"/>
            <a:ext cx="3481200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410" name="Google Shape;410;p55"/>
          <p:cNvSpPr/>
          <p:nvPr>
            <p:ph idx="4" type="pic"/>
          </p:nvPr>
        </p:nvSpPr>
        <p:spPr>
          <a:xfrm>
            <a:off x="8015479" y="4057200"/>
            <a:ext cx="3481196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411" name="Google Shape;411;p55"/>
          <p:cNvSpPr txBox="1"/>
          <p:nvPr>
            <p:ph idx="1" type="body"/>
          </p:nvPr>
        </p:nvSpPr>
        <p:spPr>
          <a:xfrm>
            <a:off x="8382330" y="1944000"/>
            <a:ext cx="2744475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2" name="Google Shape;412;p55"/>
          <p:cNvSpPr txBox="1"/>
          <p:nvPr>
            <p:ph idx="5" type="body"/>
          </p:nvPr>
        </p:nvSpPr>
        <p:spPr>
          <a:xfrm>
            <a:off x="4721892" y="4374000"/>
            <a:ext cx="2744475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3" name="Google Shape;413;p55"/>
          <p:cNvSpPr/>
          <p:nvPr/>
        </p:nvSpPr>
        <p:spPr>
          <a:xfrm>
            <a:off x="694800" y="1627200"/>
            <a:ext cx="3481200" cy="225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55"/>
          <p:cNvSpPr txBox="1"/>
          <p:nvPr>
            <p:ph idx="6" type="body"/>
          </p:nvPr>
        </p:nvSpPr>
        <p:spPr>
          <a:xfrm>
            <a:off x="1062000" y="1944000"/>
            <a:ext cx="2744475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5" name="Google Shape;415;p55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Agenda">
  <p:cSld name="8_Agenda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6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56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56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0" name="Google Shape;420;p56"/>
          <p:cNvSpPr/>
          <p:nvPr/>
        </p:nvSpPr>
        <p:spPr>
          <a:xfrm>
            <a:off x="694800" y="1627200"/>
            <a:ext cx="3481200" cy="225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56"/>
          <p:cNvSpPr/>
          <p:nvPr/>
        </p:nvSpPr>
        <p:spPr>
          <a:xfrm>
            <a:off x="8015478" y="1627200"/>
            <a:ext cx="3481197" cy="225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56"/>
          <p:cNvSpPr/>
          <p:nvPr/>
        </p:nvSpPr>
        <p:spPr>
          <a:xfrm>
            <a:off x="4355403" y="4057200"/>
            <a:ext cx="3481200" cy="225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56"/>
          <p:cNvSpPr txBox="1"/>
          <p:nvPr>
            <p:ph idx="1" type="body"/>
          </p:nvPr>
        </p:nvSpPr>
        <p:spPr>
          <a:xfrm>
            <a:off x="1062000" y="1944000"/>
            <a:ext cx="2744475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4" name="Google Shape;424;p56"/>
          <p:cNvSpPr txBox="1"/>
          <p:nvPr>
            <p:ph idx="2" type="body"/>
          </p:nvPr>
        </p:nvSpPr>
        <p:spPr>
          <a:xfrm>
            <a:off x="8382330" y="1944000"/>
            <a:ext cx="2744475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5" name="Google Shape;425;p56"/>
          <p:cNvSpPr txBox="1"/>
          <p:nvPr>
            <p:ph idx="3" type="body"/>
          </p:nvPr>
        </p:nvSpPr>
        <p:spPr>
          <a:xfrm>
            <a:off x="4721892" y="4374000"/>
            <a:ext cx="2744475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6" name="Google Shape;426;p56"/>
          <p:cNvSpPr/>
          <p:nvPr/>
        </p:nvSpPr>
        <p:spPr>
          <a:xfrm>
            <a:off x="694800" y="4057963"/>
            <a:ext cx="3481200" cy="225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56"/>
          <p:cNvSpPr txBox="1"/>
          <p:nvPr>
            <p:ph idx="4" type="body"/>
          </p:nvPr>
        </p:nvSpPr>
        <p:spPr>
          <a:xfrm>
            <a:off x="1062000" y="4373193"/>
            <a:ext cx="2744475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8" name="Google Shape;428;p56"/>
          <p:cNvSpPr/>
          <p:nvPr/>
        </p:nvSpPr>
        <p:spPr>
          <a:xfrm>
            <a:off x="4356000" y="1627200"/>
            <a:ext cx="3481200" cy="225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56"/>
          <p:cNvSpPr txBox="1"/>
          <p:nvPr>
            <p:ph idx="5" type="body"/>
          </p:nvPr>
        </p:nvSpPr>
        <p:spPr>
          <a:xfrm>
            <a:off x="4717075" y="1943779"/>
            <a:ext cx="2744475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0" name="Google Shape;430;p56"/>
          <p:cNvSpPr/>
          <p:nvPr/>
        </p:nvSpPr>
        <p:spPr>
          <a:xfrm>
            <a:off x="8015473" y="4057200"/>
            <a:ext cx="3481201" cy="2250000"/>
          </a:xfrm>
          <a:prstGeom prst="rect">
            <a:avLst/>
          </a:prstGeom>
          <a:solidFill>
            <a:srgbClr val="8866B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56"/>
          <p:cNvSpPr txBox="1"/>
          <p:nvPr>
            <p:ph idx="6" type="body"/>
          </p:nvPr>
        </p:nvSpPr>
        <p:spPr>
          <a:xfrm>
            <a:off x="8381695" y="4362045"/>
            <a:ext cx="2744475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2" name="Google Shape;432;p56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Agenda">
  <p:cSld name="9_Agenda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7"/>
          <p:cNvSpPr/>
          <p:nvPr/>
        </p:nvSpPr>
        <p:spPr>
          <a:xfrm>
            <a:off x="694800" y="1627200"/>
            <a:ext cx="2566800" cy="225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57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6" name="Google Shape;436;p57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57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8" name="Google Shape;438;p57"/>
          <p:cNvSpPr/>
          <p:nvPr/>
        </p:nvSpPr>
        <p:spPr>
          <a:xfrm>
            <a:off x="6185908" y="1627200"/>
            <a:ext cx="2566800" cy="225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57"/>
          <p:cNvSpPr/>
          <p:nvPr/>
        </p:nvSpPr>
        <p:spPr>
          <a:xfrm>
            <a:off x="3440704" y="4057200"/>
            <a:ext cx="2566800" cy="225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57"/>
          <p:cNvSpPr/>
          <p:nvPr/>
        </p:nvSpPr>
        <p:spPr>
          <a:xfrm>
            <a:off x="8931600" y="4057200"/>
            <a:ext cx="2565212" cy="225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57"/>
          <p:cNvSpPr/>
          <p:nvPr>
            <p:ph idx="2" type="pic"/>
          </p:nvPr>
        </p:nvSpPr>
        <p:spPr>
          <a:xfrm>
            <a:off x="3440354" y="1627200"/>
            <a:ext cx="2566800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442" name="Google Shape;442;p57"/>
          <p:cNvSpPr/>
          <p:nvPr>
            <p:ph idx="3" type="pic"/>
          </p:nvPr>
        </p:nvSpPr>
        <p:spPr>
          <a:xfrm>
            <a:off x="694800" y="4057200"/>
            <a:ext cx="2566800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443" name="Google Shape;443;p57"/>
          <p:cNvSpPr/>
          <p:nvPr>
            <p:ph idx="4" type="pic"/>
          </p:nvPr>
        </p:nvSpPr>
        <p:spPr>
          <a:xfrm>
            <a:off x="6186083" y="4057200"/>
            <a:ext cx="2566800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444" name="Google Shape;444;p57"/>
          <p:cNvSpPr/>
          <p:nvPr>
            <p:ph idx="5" type="pic"/>
          </p:nvPr>
        </p:nvSpPr>
        <p:spPr>
          <a:xfrm>
            <a:off x="8931463" y="1627200"/>
            <a:ext cx="2566800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445" name="Google Shape;445;p57"/>
          <p:cNvSpPr txBox="1"/>
          <p:nvPr>
            <p:ph idx="1" type="body"/>
          </p:nvPr>
        </p:nvSpPr>
        <p:spPr>
          <a:xfrm>
            <a:off x="1061021" y="1944000"/>
            <a:ext cx="1835386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6" name="Google Shape;446;p57"/>
          <p:cNvSpPr txBox="1"/>
          <p:nvPr>
            <p:ph idx="6" type="body"/>
          </p:nvPr>
        </p:nvSpPr>
        <p:spPr>
          <a:xfrm>
            <a:off x="3806061" y="4374967"/>
            <a:ext cx="1835386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7" name="Google Shape;447;p57"/>
          <p:cNvSpPr txBox="1"/>
          <p:nvPr>
            <p:ph idx="7" type="body"/>
          </p:nvPr>
        </p:nvSpPr>
        <p:spPr>
          <a:xfrm>
            <a:off x="9298232" y="4374000"/>
            <a:ext cx="1835386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8" name="Google Shape;448;p57"/>
          <p:cNvSpPr txBox="1"/>
          <p:nvPr>
            <p:ph idx="8" type="body"/>
          </p:nvPr>
        </p:nvSpPr>
        <p:spPr>
          <a:xfrm>
            <a:off x="6551615" y="1944000"/>
            <a:ext cx="1835386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9" name="Google Shape;449;p57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Agenda">
  <p:cSld name="10_Agenda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8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2" name="Google Shape;452;p58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3" name="Google Shape;453;p58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4" name="Google Shape;454;p58"/>
          <p:cNvSpPr/>
          <p:nvPr/>
        </p:nvSpPr>
        <p:spPr>
          <a:xfrm>
            <a:off x="694800" y="1627200"/>
            <a:ext cx="2566800" cy="225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58"/>
          <p:cNvSpPr/>
          <p:nvPr/>
        </p:nvSpPr>
        <p:spPr>
          <a:xfrm>
            <a:off x="6185908" y="1627200"/>
            <a:ext cx="2566800" cy="225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58"/>
          <p:cNvSpPr/>
          <p:nvPr/>
        </p:nvSpPr>
        <p:spPr>
          <a:xfrm>
            <a:off x="3440704" y="4057200"/>
            <a:ext cx="2566800" cy="225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58"/>
          <p:cNvSpPr/>
          <p:nvPr/>
        </p:nvSpPr>
        <p:spPr>
          <a:xfrm>
            <a:off x="8931463" y="4058305"/>
            <a:ext cx="2565212" cy="225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58"/>
          <p:cNvSpPr txBox="1"/>
          <p:nvPr>
            <p:ph idx="1" type="body"/>
          </p:nvPr>
        </p:nvSpPr>
        <p:spPr>
          <a:xfrm>
            <a:off x="1061021" y="1944000"/>
            <a:ext cx="1835386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9" name="Google Shape;459;p58"/>
          <p:cNvSpPr txBox="1"/>
          <p:nvPr>
            <p:ph idx="2" type="body"/>
          </p:nvPr>
        </p:nvSpPr>
        <p:spPr>
          <a:xfrm>
            <a:off x="6551615" y="1944000"/>
            <a:ext cx="1835386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0" name="Google Shape;460;p58"/>
          <p:cNvSpPr txBox="1"/>
          <p:nvPr>
            <p:ph idx="3" type="body"/>
          </p:nvPr>
        </p:nvSpPr>
        <p:spPr>
          <a:xfrm>
            <a:off x="3806061" y="4374967"/>
            <a:ext cx="1835386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1" name="Google Shape;461;p58"/>
          <p:cNvSpPr txBox="1"/>
          <p:nvPr>
            <p:ph idx="4" type="body"/>
          </p:nvPr>
        </p:nvSpPr>
        <p:spPr>
          <a:xfrm>
            <a:off x="9298232" y="4374000"/>
            <a:ext cx="1835386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2" name="Google Shape;462;p58"/>
          <p:cNvSpPr/>
          <p:nvPr/>
        </p:nvSpPr>
        <p:spPr>
          <a:xfrm>
            <a:off x="3441600" y="1627200"/>
            <a:ext cx="2566800" cy="225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58"/>
          <p:cNvSpPr txBox="1"/>
          <p:nvPr>
            <p:ph idx="5" type="body"/>
          </p:nvPr>
        </p:nvSpPr>
        <p:spPr>
          <a:xfrm>
            <a:off x="3805200" y="1944000"/>
            <a:ext cx="1835386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4" name="Google Shape;464;p58"/>
          <p:cNvSpPr/>
          <p:nvPr/>
        </p:nvSpPr>
        <p:spPr>
          <a:xfrm>
            <a:off x="6185908" y="4057963"/>
            <a:ext cx="2566800" cy="225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58"/>
          <p:cNvSpPr txBox="1"/>
          <p:nvPr>
            <p:ph idx="6" type="body"/>
          </p:nvPr>
        </p:nvSpPr>
        <p:spPr>
          <a:xfrm>
            <a:off x="6552000" y="4374763"/>
            <a:ext cx="1835386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6" name="Google Shape;466;p58"/>
          <p:cNvSpPr/>
          <p:nvPr/>
        </p:nvSpPr>
        <p:spPr>
          <a:xfrm>
            <a:off x="694800" y="4057200"/>
            <a:ext cx="2566800" cy="225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58"/>
          <p:cNvSpPr txBox="1"/>
          <p:nvPr>
            <p:ph idx="7" type="body"/>
          </p:nvPr>
        </p:nvSpPr>
        <p:spPr>
          <a:xfrm>
            <a:off x="1062000" y="4374000"/>
            <a:ext cx="1835386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8" name="Google Shape;468;p58"/>
          <p:cNvSpPr/>
          <p:nvPr/>
        </p:nvSpPr>
        <p:spPr>
          <a:xfrm>
            <a:off x="8931600" y="1627200"/>
            <a:ext cx="2566800" cy="225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58"/>
          <p:cNvSpPr txBox="1"/>
          <p:nvPr>
            <p:ph idx="8" type="body"/>
          </p:nvPr>
        </p:nvSpPr>
        <p:spPr>
          <a:xfrm>
            <a:off x="9298800" y="1944000"/>
            <a:ext cx="1835386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0" name="Google Shape;470;p58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Agenda">
  <p:cSld name="11_Agenda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9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3" name="Google Shape;473;p59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59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75" name="Google Shape;475;p59"/>
          <p:cNvSpPr/>
          <p:nvPr/>
        </p:nvSpPr>
        <p:spPr>
          <a:xfrm>
            <a:off x="694800" y="1627200"/>
            <a:ext cx="2016000" cy="225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59"/>
          <p:cNvSpPr/>
          <p:nvPr/>
        </p:nvSpPr>
        <p:spPr>
          <a:xfrm>
            <a:off x="5088516" y="1627200"/>
            <a:ext cx="2016000" cy="225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59"/>
          <p:cNvSpPr/>
          <p:nvPr/>
        </p:nvSpPr>
        <p:spPr>
          <a:xfrm>
            <a:off x="9481711" y="1627200"/>
            <a:ext cx="2014964" cy="225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59"/>
          <p:cNvSpPr/>
          <p:nvPr/>
        </p:nvSpPr>
        <p:spPr>
          <a:xfrm>
            <a:off x="7284984" y="4057200"/>
            <a:ext cx="2016000" cy="225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59"/>
          <p:cNvSpPr/>
          <p:nvPr>
            <p:ph idx="2" type="pic"/>
          </p:nvPr>
        </p:nvSpPr>
        <p:spPr>
          <a:xfrm>
            <a:off x="2891919" y="1627200"/>
            <a:ext cx="2016000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480" name="Google Shape;480;p59"/>
          <p:cNvSpPr/>
          <p:nvPr>
            <p:ph idx="3" type="pic"/>
          </p:nvPr>
        </p:nvSpPr>
        <p:spPr>
          <a:xfrm>
            <a:off x="7285113" y="1627200"/>
            <a:ext cx="2016000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481" name="Google Shape;481;p59"/>
          <p:cNvSpPr/>
          <p:nvPr>
            <p:ph idx="4" type="pic"/>
          </p:nvPr>
        </p:nvSpPr>
        <p:spPr>
          <a:xfrm>
            <a:off x="694800" y="4057200"/>
            <a:ext cx="2016000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482" name="Google Shape;482;p59"/>
          <p:cNvSpPr/>
          <p:nvPr>
            <p:ph idx="5" type="pic"/>
          </p:nvPr>
        </p:nvSpPr>
        <p:spPr>
          <a:xfrm>
            <a:off x="5088256" y="4057200"/>
            <a:ext cx="2016000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483" name="Google Shape;483;p59"/>
          <p:cNvSpPr/>
          <p:nvPr>
            <p:ph idx="6" type="pic"/>
          </p:nvPr>
        </p:nvSpPr>
        <p:spPr>
          <a:xfrm>
            <a:off x="9481711" y="4057200"/>
            <a:ext cx="2014964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484" name="Google Shape;484;p59"/>
          <p:cNvSpPr txBox="1"/>
          <p:nvPr>
            <p:ph idx="1" type="body"/>
          </p:nvPr>
        </p:nvSpPr>
        <p:spPr>
          <a:xfrm>
            <a:off x="874713" y="1944000"/>
            <a:ext cx="1620837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5" name="Google Shape;485;p59"/>
          <p:cNvSpPr txBox="1"/>
          <p:nvPr>
            <p:ph idx="7" type="body"/>
          </p:nvPr>
        </p:nvSpPr>
        <p:spPr>
          <a:xfrm>
            <a:off x="5276831" y="1944000"/>
            <a:ext cx="1620837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6" name="Google Shape;486;p59"/>
          <p:cNvSpPr txBox="1"/>
          <p:nvPr>
            <p:ph idx="8" type="body"/>
          </p:nvPr>
        </p:nvSpPr>
        <p:spPr>
          <a:xfrm>
            <a:off x="9696451" y="1944000"/>
            <a:ext cx="1620837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7" name="Google Shape;487;p59"/>
          <p:cNvSpPr txBox="1"/>
          <p:nvPr>
            <p:ph idx="9" type="body"/>
          </p:nvPr>
        </p:nvSpPr>
        <p:spPr>
          <a:xfrm>
            <a:off x="7535863" y="4374000"/>
            <a:ext cx="1620837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8" name="Google Shape;488;p59"/>
          <p:cNvSpPr/>
          <p:nvPr/>
        </p:nvSpPr>
        <p:spPr>
          <a:xfrm>
            <a:off x="2891528" y="4057200"/>
            <a:ext cx="2016000" cy="225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59"/>
          <p:cNvSpPr txBox="1"/>
          <p:nvPr>
            <p:ph idx="13" type="body"/>
          </p:nvPr>
        </p:nvSpPr>
        <p:spPr>
          <a:xfrm>
            <a:off x="3065499" y="4374000"/>
            <a:ext cx="1620837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0" name="Google Shape;490;p59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Agenda">
  <p:cSld name="12_Agenda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0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p60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4" name="Google Shape;494;p60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95" name="Google Shape;495;p60"/>
          <p:cNvSpPr/>
          <p:nvPr/>
        </p:nvSpPr>
        <p:spPr>
          <a:xfrm>
            <a:off x="694800" y="1627200"/>
            <a:ext cx="2016000" cy="225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60"/>
          <p:cNvSpPr/>
          <p:nvPr/>
        </p:nvSpPr>
        <p:spPr>
          <a:xfrm>
            <a:off x="5088516" y="1627200"/>
            <a:ext cx="2016000" cy="225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60"/>
          <p:cNvSpPr/>
          <p:nvPr/>
        </p:nvSpPr>
        <p:spPr>
          <a:xfrm>
            <a:off x="9481711" y="1627200"/>
            <a:ext cx="2014964" cy="225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60"/>
          <p:cNvSpPr/>
          <p:nvPr/>
        </p:nvSpPr>
        <p:spPr>
          <a:xfrm>
            <a:off x="2891528" y="4057200"/>
            <a:ext cx="2016000" cy="225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60"/>
          <p:cNvSpPr/>
          <p:nvPr/>
        </p:nvSpPr>
        <p:spPr>
          <a:xfrm>
            <a:off x="7284984" y="4057200"/>
            <a:ext cx="2016000" cy="225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60"/>
          <p:cNvSpPr txBox="1"/>
          <p:nvPr>
            <p:ph idx="1" type="body"/>
          </p:nvPr>
        </p:nvSpPr>
        <p:spPr>
          <a:xfrm>
            <a:off x="874713" y="1944000"/>
            <a:ext cx="1620837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1" name="Google Shape;501;p60"/>
          <p:cNvSpPr txBox="1"/>
          <p:nvPr>
            <p:ph idx="2" type="body"/>
          </p:nvPr>
        </p:nvSpPr>
        <p:spPr>
          <a:xfrm>
            <a:off x="5276831" y="1944000"/>
            <a:ext cx="1620837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2" name="Google Shape;502;p60"/>
          <p:cNvSpPr txBox="1"/>
          <p:nvPr>
            <p:ph idx="3" type="body"/>
          </p:nvPr>
        </p:nvSpPr>
        <p:spPr>
          <a:xfrm>
            <a:off x="9696451" y="1944000"/>
            <a:ext cx="1620837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3" name="Google Shape;503;p60"/>
          <p:cNvSpPr txBox="1"/>
          <p:nvPr>
            <p:ph idx="4" type="body"/>
          </p:nvPr>
        </p:nvSpPr>
        <p:spPr>
          <a:xfrm>
            <a:off x="7535863" y="4374000"/>
            <a:ext cx="1620837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4" name="Google Shape;504;p60"/>
          <p:cNvSpPr/>
          <p:nvPr/>
        </p:nvSpPr>
        <p:spPr>
          <a:xfrm>
            <a:off x="2890713" y="1627200"/>
            <a:ext cx="2016000" cy="225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60"/>
          <p:cNvSpPr/>
          <p:nvPr/>
        </p:nvSpPr>
        <p:spPr>
          <a:xfrm>
            <a:off x="694800" y="4057200"/>
            <a:ext cx="2016000" cy="225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60"/>
          <p:cNvSpPr/>
          <p:nvPr/>
        </p:nvSpPr>
        <p:spPr>
          <a:xfrm>
            <a:off x="5090400" y="4057200"/>
            <a:ext cx="2016000" cy="225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60"/>
          <p:cNvSpPr/>
          <p:nvPr/>
        </p:nvSpPr>
        <p:spPr>
          <a:xfrm>
            <a:off x="7286400" y="1627200"/>
            <a:ext cx="2016000" cy="225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60"/>
          <p:cNvSpPr/>
          <p:nvPr/>
        </p:nvSpPr>
        <p:spPr>
          <a:xfrm>
            <a:off x="9482400" y="4057200"/>
            <a:ext cx="2014275" cy="225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60"/>
          <p:cNvSpPr txBox="1"/>
          <p:nvPr>
            <p:ph idx="5" type="body"/>
          </p:nvPr>
        </p:nvSpPr>
        <p:spPr>
          <a:xfrm>
            <a:off x="7534800" y="1944000"/>
            <a:ext cx="1620837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0" name="Google Shape;510;p60"/>
          <p:cNvSpPr txBox="1"/>
          <p:nvPr>
            <p:ph idx="6" type="body"/>
          </p:nvPr>
        </p:nvSpPr>
        <p:spPr>
          <a:xfrm>
            <a:off x="9698400" y="4374000"/>
            <a:ext cx="1620837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1" name="Google Shape;511;p60"/>
          <p:cNvSpPr txBox="1"/>
          <p:nvPr>
            <p:ph idx="7" type="body"/>
          </p:nvPr>
        </p:nvSpPr>
        <p:spPr>
          <a:xfrm>
            <a:off x="3067200" y="1944000"/>
            <a:ext cx="1620837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2" name="Google Shape;512;p60"/>
          <p:cNvSpPr txBox="1"/>
          <p:nvPr>
            <p:ph idx="8" type="body"/>
          </p:nvPr>
        </p:nvSpPr>
        <p:spPr>
          <a:xfrm>
            <a:off x="874800" y="4374000"/>
            <a:ext cx="1620837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3" name="Google Shape;513;p60"/>
          <p:cNvSpPr txBox="1"/>
          <p:nvPr>
            <p:ph idx="9" type="body"/>
          </p:nvPr>
        </p:nvSpPr>
        <p:spPr>
          <a:xfrm>
            <a:off x="3065499" y="4374000"/>
            <a:ext cx="1620837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4" name="Google Shape;514;p60"/>
          <p:cNvSpPr txBox="1"/>
          <p:nvPr>
            <p:ph idx="13" type="body"/>
          </p:nvPr>
        </p:nvSpPr>
        <p:spPr>
          <a:xfrm>
            <a:off x="5277600" y="4374000"/>
            <a:ext cx="1620837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5" name="Google Shape;515;p60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Agenda">
  <p:cSld name="13_Agenda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1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8" name="Google Shape;518;p61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9" name="Google Shape;519;p61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20" name="Google Shape;520;p61"/>
          <p:cNvSpPr/>
          <p:nvPr/>
        </p:nvSpPr>
        <p:spPr>
          <a:xfrm>
            <a:off x="6188400" y="4057200"/>
            <a:ext cx="1648800" cy="225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61"/>
          <p:cNvSpPr/>
          <p:nvPr/>
        </p:nvSpPr>
        <p:spPr>
          <a:xfrm>
            <a:off x="694800" y="1627200"/>
            <a:ext cx="1648800" cy="225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61"/>
          <p:cNvSpPr/>
          <p:nvPr/>
        </p:nvSpPr>
        <p:spPr>
          <a:xfrm>
            <a:off x="4356030" y="1627200"/>
            <a:ext cx="1648800" cy="225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61"/>
          <p:cNvSpPr/>
          <p:nvPr/>
        </p:nvSpPr>
        <p:spPr>
          <a:xfrm>
            <a:off x="8017260" y="1627200"/>
            <a:ext cx="1648800" cy="225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61"/>
          <p:cNvSpPr/>
          <p:nvPr/>
        </p:nvSpPr>
        <p:spPr>
          <a:xfrm>
            <a:off x="2525415" y="4057200"/>
            <a:ext cx="1648800" cy="225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61"/>
          <p:cNvSpPr/>
          <p:nvPr>
            <p:ph idx="2" type="pic"/>
          </p:nvPr>
        </p:nvSpPr>
        <p:spPr>
          <a:xfrm>
            <a:off x="2525415" y="1627200"/>
            <a:ext cx="1648800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526" name="Google Shape;526;p61"/>
          <p:cNvSpPr/>
          <p:nvPr>
            <p:ph idx="3" type="pic"/>
          </p:nvPr>
        </p:nvSpPr>
        <p:spPr>
          <a:xfrm>
            <a:off x="6186645" y="1627200"/>
            <a:ext cx="1648800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527" name="Google Shape;527;p61"/>
          <p:cNvSpPr/>
          <p:nvPr>
            <p:ph idx="4" type="pic"/>
          </p:nvPr>
        </p:nvSpPr>
        <p:spPr>
          <a:xfrm>
            <a:off x="694800" y="4057200"/>
            <a:ext cx="1648800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528" name="Google Shape;528;p61"/>
          <p:cNvSpPr/>
          <p:nvPr>
            <p:ph idx="5" type="pic"/>
          </p:nvPr>
        </p:nvSpPr>
        <p:spPr>
          <a:xfrm>
            <a:off x="4356030" y="4057200"/>
            <a:ext cx="1648800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529" name="Google Shape;529;p61"/>
          <p:cNvSpPr/>
          <p:nvPr>
            <p:ph idx="6" type="pic"/>
          </p:nvPr>
        </p:nvSpPr>
        <p:spPr>
          <a:xfrm>
            <a:off x="8017260" y="4057200"/>
            <a:ext cx="1648800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530" name="Google Shape;530;p61"/>
          <p:cNvSpPr txBox="1"/>
          <p:nvPr>
            <p:ph idx="1" type="body"/>
          </p:nvPr>
        </p:nvSpPr>
        <p:spPr>
          <a:xfrm>
            <a:off x="874713" y="1944000"/>
            <a:ext cx="129600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1" name="Google Shape;531;p61"/>
          <p:cNvSpPr txBox="1"/>
          <p:nvPr>
            <p:ph idx="7" type="body"/>
          </p:nvPr>
        </p:nvSpPr>
        <p:spPr>
          <a:xfrm>
            <a:off x="4549722" y="1944000"/>
            <a:ext cx="129600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2" name="Google Shape;532;p61"/>
          <p:cNvSpPr txBox="1"/>
          <p:nvPr>
            <p:ph idx="8" type="body"/>
          </p:nvPr>
        </p:nvSpPr>
        <p:spPr>
          <a:xfrm>
            <a:off x="8226292" y="1944000"/>
            <a:ext cx="129600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3" name="Google Shape;533;p61"/>
          <p:cNvSpPr txBox="1"/>
          <p:nvPr>
            <p:ph idx="9" type="body"/>
          </p:nvPr>
        </p:nvSpPr>
        <p:spPr>
          <a:xfrm>
            <a:off x="2734284" y="4374000"/>
            <a:ext cx="129600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4" name="Google Shape;534;p61"/>
          <p:cNvSpPr/>
          <p:nvPr/>
        </p:nvSpPr>
        <p:spPr>
          <a:xfrm>
            <a:off x="9847874" y="4057200"/>
            <a:ext cx="1648801" cy="2250000"/>
          </a:xfrm>
          <a:prstGeom prst="rect">
            <a:avLst/>
          </a:prstGeom>
          <a:solidFill>
            <a:srgbClr val="8866B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61"/>
          <p:cNvSpPr/>
          <p:nvPr>
            <p:ph idx="13" type="pic"/>
          </p:nvPr>
        </p:nvSpPr>
        <p:spPr>
          <a:xfrm>
            <a:off x="9847873" y="1628775"/>
            <a:ext cx="1648801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536" name="Google Shape;536;p61"/>
          <p:cNvSpPr txBox="1"/>
          <p:nvPr>
            <p:ph idx="14" type="body"/>
          </p:nvPr>
        </p:nvSpPr>
        <p:spPr>
          <a:xfrm>
            <a:off x="10050181" y="4374000"/>
            <a:ext cx="129600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7" name="Google Shape;537;p61"/>
          <p:cNvSpPr txBox="1"/>
          <p:nvPr>
            <p:ph idx="15" type="body"/>
          </p:nvPr>
        </p:nvSpPr>
        <p:spPr>
          <a:xfrm>
            <a:off x="6390694" y="4374000"/>
            <a:ext cx="129600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8" name="Google Shape;538;p61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Agenda">
  <p:cSld name="14_Agenda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2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1" name="Google Shape;541;p62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2" name="Google Shape;542;p62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43" name="Google Shape;543;p62"/>
          <p:cNvSpPr/>
          <p:nvPr/>
        </p:nvSpPr>
        <p:spPr>
          <a:xfrm>
            <a:off x="6188400" y="3434349"/>
            <a:ext cx="1648800" cy="162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62"/>
          <p:cNvSpPr/>
          <p:nvPr/>
        </p:nvSpPr>
        <p:spPr>
          <a:xfrm>
            <a:off x="694800" y="1627200"/>
            <a:ext cx="1648800" cy="162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62"/>
          <p:cNvSpPr/>
          <p:nvPr/>
        </p:nvSpPr>
        <p:spPr>
          <a:xfrm>
            <a:off x="4356030" y="1627200"/>
            <a:ext cx="1648800" cy="162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62"/>
          <p:cNvSpPr/>
          <p:nvPr/>
        </p:nvSpPr>
        <p:spPr>
          <a:xfrm>
            <a:off x="8017260" y="1627200"/>
            <a:ext cx="1648800" cy="162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62"/>
          <p:cNvSpPr/>
          <p:nvPr/>
        </p:nvSpPr>
        <p:spPr>
          <a:xfrm>
            <a:off x="2525415" y="3434349"/>
            <a:ext cx="1648800" cy="162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62"/>
          <p:cNvSpPr/>
          <p:nvPr>
            <p:ph idx="2" type="pic"/>
          </p:nvPr>
        </p:nvSpPr>
        <p:spPr>
          <a:xfrm>
            <a:off x="2525415" y="1627200"/>
            <a:ext cx="1648800" cy="162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549" name="Google Shape;549;p62"/>
          <p:cNvSpPr/>
          <p:nvPr>
            <p:ph idx="3" type="pic"/>
          </p:nvPr>
        </p:nvSpPr>
        <p:spPr>
          <a:xfrm>
            <a:off x="6186645" y="1627200"/>
            <a:ext cx="1648800" cy="162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550" name="Google Shape;550;p62"/>
          <p:cNvSpPr/>
          <p:nvPr>
            <p:ph idx="4" type="pic"/>
          </p:nvPr>
        </p:nvSpPr>
        <p:spPr>
          <a:xfrm>
            <a:off x="694800" y="3434349"/>
            <a:ext cx="1648800" cy="162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551" name="Google Shape;551;p62"/>
          <p:cNvSpPr/>
          <p:nvPr>
            <p:ph idx="5" type="pic"/>
          </p:nvPr>
        </p:nvSpPr>
        <p:spPr>
          <a:xfrm>
            <a:off x="4356030" y="3434349"/>
            <a:ext cx="1648800" cy="162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552" name="Google Shape;552;p62"/>
          <p:cNvSpPr/>
          <p:nvPr>
            <p:ph idx="6" type="pic"/>
          </p:nvPr>
        </p:nvSpPr>
        <p:spPr>
          <a:xfrm>
            <a:off x="8017260" y="3434349"/>
            <a:ext cx="1648800" cy="162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553" name="Google Shape;553;p62"/>
          <p:cNvSpPr txBox="1"/>
          <p:nvPr>
            <p:ph idx="1" type="body"/>
          </p:nvPr>
        </p:nvSpPr>
        <p:spPr>
          <a:xfrm>
            <a:off x="874713" y="1944000"/>
            <a:ext cx="1296000" cy="1117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4" name="Google Shape;554;p62"/>
          <p:cNvSpPr txBox="1"/>
          <p:nvPr>
            <p:ph idx="7" type="body"/>
          </p:nvPr>
        </p:nvSpPr>
        <p:spPr>
          <a:xfrm>
            <a:off x="4549722" y="1944000"/>
            <a:ext cx="1296000" cy="1117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5" name="Google Shape;555;p62"/>
          <p:cNvSpPr txBox="1"/>
          <p:nvPr>
            <p:ph idx="8" type="body"/>
          </p:nvPr>
        </p:nvSpPr>
        <p:spPr>
          <a:xfrm>
            <a:off x="8226292" y="1944000"/>
            <a:ext cx="1296000" cy="1117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6" name="Google Shape;556;p62"/>
          <p:cNvSpPr txBox="1"/>
          <p:nvPr>
            <p:ph idx="9" type="body"/>
          </p:nvPr>
        </p:nvSpPr>
        <p:spPr>
          <a:xfrm>
            <a:off x="2734284" y="3751149"/>
            <a:ext cx="1296000" cy="11177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7" name="Google Shape;557;p62"/>
          <p:cNvSpPr/>
          <p:nvPr/>
        </p:nvSpPr>
        <p:spPr>
          <a:xfrm>
            <a:off x="9847874" y="3434349"/>
            <a:ext cx="1648801" cy="1620000"/>
          </a:xfrm>
          <a:prstGeom prst="rect">
            <a:avLst/>
          </a:prstGeom>
          <a:solidFill>
            <a:srgbClr val="8866B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62"/>
          <p:cNvSpPr/>
          <p:nvPr>
            <p:ph idx="13" type="pic"/>
          </p:nvPr>
        </p:nvSpPr>
        <p:spPr>
          <a:xfrm>
            <a:off x="9847873" y="1628775"/>
            <a:ext cx="1648801" cy="162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559" name="Google Shape;559;p62"/>
          <p:cNvSpPr txBox="1"/>
          <p:nvPr>
            <p:ph idx="14" type="body"/>
          </p:nvPr>
        </p:nvSpPr>
        <p:spPr>
          <a:xfrm>
            <a:off x="10050181" y="3751149"/>
            <a:ext cx="1296000" cy="11177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0" name="Google Shape;560;p62"/>
          <p:cNvSpPr txBox="1"/>
          <p:nvPr>
            <p:ph idx="15" type="body"/>
          </p:nvPr>
        </p:nvSpPr>
        <p:spPr>
          <a:xfrm>
            <a:off x="6390694" y="3751149"/>
            <a:ext cx="1296000" cy="11177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1" name="Google Shape;561;p62"/>
          <p:cNvSpPr txBox="1"/>
          <p:nvPr>
            <p:ph idx="16" type="body"/>
          </p:nvPr>
        </p:nvSpPr>
        <p:spPr>
          <a:xfrm>
            <a:off x="694798" y="5239922"/>
            <a:ext cx="10799999" cy="1070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2" name="Google Shape;562;p62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cope">
  <p:cSld name="1_Scope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3"/>
          <p:cNvSpPr txBox="1"/>
          <p:nvPr>
            <p:ph type="title"/>
          </p:nvPr>
        </p:nvSpPr>
        <p:spPr>
          <a:xfrm>
            <a:off x="694800" y="1627199"/>
            <a:ext cx="5401200" cy="2881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5" name="Google Shape;565;p63"/>
          <p:cNvSpPr txBox="1"/>
          <p:nvPr>
            <p:ph idx="1" type="body"/>
          </p:nvPr>
        </p:nvSpPr>
        <p:spPr>
          <a:xfrm>
            <a:off x="6456363" y="1627200"/>
            <a:ext cx="5040312" cy="432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  <a:defRPr sz="1200"/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eriod"/>
              <a:defRPr sz="1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66" name="Google Shape;566;p63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7" name="Google Shape;567;p63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68" name="Google Shape;568;p63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cope">
  <p:cSld name="2_Scope">
    <p:bg>
      <p:bgPr>
        <a:solidFill>
          <a:schemeClr val="accent2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4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rgbClr val="169B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64"/>
          <p:cNvSpPr txBox="1"/>
          <p:nvPr>
            <p:ph type="title"/>
          </p:nvPr>
        </p:nvSpPr>
        <p:spPr>
          <a:xfrm>
            <a:off x="694800" y="1627199"/>
            <a:ext cx="5401200" cy="2881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2" name="Google Shape;572;p64"/>
          <p:cNvSpPr txBox="1"/>
          <p:nvPr>
            <p:ph idx="1" type="body"/>
          </p:nvPr>
        </p:nvSpPr>
        <p:spPr>
          <a:xfrm>
            <a:off x="6456363" y="1627200"/>
            <a:ext cx="5040312" cy="432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  <a:defRPr sz="18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AutoNum type="arabicPeriod"/>
              <a:defRPr sz="16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  <a:defRPr sz="14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  <a:defRPr sz="1200"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AutoNum type="arabicPeriod"/>
              <a:defRPr sz="1000">
                <a:solidFill>
                  <a:schemeClr val="lt1"/>
                </a:solidFill>
              </a:defRPr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3" name="Google Shape;573;p64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4" name="Google Shape;574;p64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A black and white logo&#10;&#10;Description automatically generated" id="575" name="Google Shape;575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64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Scope">
  <p:cSld name="3_Scope">
    <p:bg>
      <p:bgPr>
        <a:solidFill>
          <a:schemeClr val="accent1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5"/>
          <p:cNvSpPr txBox="1"/>
          <p:nvPr>
            <p:ph type="title"/>
          </p:nvPr>
        </p:nvSpPr>
        <p:spPr>
          <a:xfrm>
            <a:off x="694800" y="1627199"/>
            <a:ext cx="5401200" cy="2881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9" name="Google Shape;579;p65"/>
          <p:cNvSpPr txBox="1"/>
          <p:nvPr>
            <p:ph idx="1" type="body"/>
          </p:nvPr>
        </p:nvSpPr>
        <p:spPr>
          <a:xfrm>
            <a:off x="6456363" y="1627200"/>
            <a:ext cx="5040312" cy="432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  <a:defRPr sz="18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AutoNum type="arabicPeriod"/>
              <a:defRPr sz="16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  <a:defRPr sz="14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  <a:defRPr sz="1200"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AutoNum type="arabicPeriod"/>
              <a:defRPr sz="1000">
                <a:solidFill>
                  <a:schemeClr val="lt1"/>
                </a:solidFill>
              </a:defRPr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0" name="Google Shape;580;p65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1" name="Google Shape;581;p65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82" name="Google Shape;582;p65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Description automatically generated" id="583" name="Google Shape;583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65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Scope">
  <p:cSld name="4_Scope">
    <p:bg>
      <p:bgPr>
        <a:solidFill>
          <a:schemeClr val="accent1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6"/>
          <p:cNvSpPr txBox="1"/>
          <p:nvPr>
            <p:ph type="title"/>
          </p:nvPr>
        </p:nvSpPr>
        <p:spPr>
          <a:xfrm>
            <a:off x="694800" y="1627199"/>
            <a:ext cx="5401200" cy="2881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7" name="Google Shape;587;p66"/>
          <p:cNvSpPr txBox="1"/>
          <p:nvPr>
            <p:ph idx="1" type="body"/>
          </p:nvPr>
        </p:nvSpPr>
        <p:spPr>
          <a:xfrm>
            <a:off x="6458400" y="2350800"/>
            <a:ext cx="504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8" name="Google Shape;588;p66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9" name="Google Shape;589;p66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90" name="Google Shape;590;p66"/>
          <p:cNvSpPr txBox="1"/>
          <p:nvPr>
            <p:ph idx="2" type="body"/>
          </p:nvPr>
        </p:nvSpPr>
        <p:spPr>
          <a:xfrm>
            <a:off x="6457426" y="1989139"/>
            <a:ext cx="5041242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1" name="Google Shape;591;p66"/>
          <p:cNvSpPr txBox="1"/>
          <p:nvPr>
            <p:ph idx="3" type="body"/>
          </p:nvPr>
        </p:nvSpPr>
        <p:spPr>
          <a:xfrm>
            <a:off x="6457426" y="3434400"/>
            <a:ext cx="5041242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2" name="Google Shape;592;p66"/>
          <p:cNvSpPr txBox="1"/>
          <p:nvPr>
            <p:ph idx="4" type="body"/>
          </p:nvPr>
        </p:nvSpPr>
        <p:spPr>
          <a:xfrm>
            <a:off x="6457426" y="4871508"/>
            <a:ext cx="5041242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3" name="Google Shape;593;p66"/>
          <p:cNvSpPr txBox="1"/>
          <p:nvPr>
            <p:ph idx="5" type="body"/>
          </p:nvPr>
        </p:nvSpPr>
        <p:spPr>
          <a:xfrm>
            <a:off x="6458400" y="3794400"/>
            <a:ext cx="504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4" name="Google Shape;594;p66"/>
          <p:cNvSpPr txBox="1"/>
          <p:nvPr>
            <p:ph idx="6" type="body"/>
          </p:nvPr>
        </p:nvSpPr>
        <p:spPr>
          <a:xfrm>
            <a:off x="6458400" y="5230800"/>
            <a:ext cx="504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5" name="Google Shape;595;p66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Description automatically generated" id="596" name="Google Shape;596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66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Scope">
  <p:cSld name="5_Scope">
    <p:bg>
      <p:bgPr>
        <a:solidFill>
          <a:schemeClr val="accent2"/>
        </a:soli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7"/>
          <p:cNvSpPr txBox="1"/>
          <p:nvPr>
            <p:ph type="title"/>
          </p:nvPr>
        </p:nvSpPr>
        <p:spPr>
          <a:xfrm>
            <a:off x="694800" y="1627199"/>
            <a:ext cx="5401200" cy="2881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0" name="Google Shape;600;p67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1" name="Google Shape;601;p67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02" name="Google Shape;602;p67"/>
          <p:cNvSpPr txBox="1"/>
          <p:nvPr>
            <p:ph idx="1" type="body"/>
          </p:nvPr>
        </p:nvSpPr>
        <p:spPr>
          <a:xfrm>
            <a:off x="6454800" y="2350800"/>
            <a:ext cx="50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3" name="Google Shape;603;p67"/>
          <p:cNvSpPr txBox="1"/>
          <p:nvPr>
            <p:ph idx="2" type="body"/>
          </p:nvPr>
        </p:nvSpPr>
        <p:spPr>
          <a:xfrm>
            <a:off x="6456780" y="1989139"/>
            <a:ext cx="5042034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b="1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4" name="Google Shape;604;p67"/>
          <p:cNvSpPr txBox="1"/>
          <p:nvPr>
            <p:ph idx="3" type="body"/>
          </p:nvPr>
        </p:nvSpPr>
        <p:spPr>
          <a:xfrm>
            <a:off x="6456780" y="3068640"/>
            <a:ext cx="5042034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b="1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5" name="Google Shape;605;p67"/>
          <p:cNvSpPr txBox="1"/>
          <p:nvPr>
            <p:ph idx="4" type="body"/>
          </p:nvPr>
        </p:nvSpPr>
        <p:spPr>
          <a:xfrm>
            <a:off x="6455519" y="4154187"/>
            <a:ext cx="5040509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b="1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6" name="Google Shape;606;p67"/>
          <p:cNvSpPr txBox="1"/>
          <p:nvPr>
            <p:ph idx="5" type="body"/>
          </p:nvPr>
        </p:nvSpPr>
        <p:spPr>
          <a:xfrm>
            <a:off x="6455519" y="5230814"/>
            <a:ext cx="5040365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b="1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7" name="Google Shape;607;p67"/>
          <p:cNvSpPr txBox="1"/>
          <p:nvPr>
            <p:ph idx="6" type="body"/>
          </p:nvPr>
        </p:nvSpPr>
        <p:spPr>
          <a:xfrm>
            <a:off x="6454800" y="3430800"/>
            <a:ext cx="50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8" name="Google Shape;608;p67"/>
          <p:cNvSpPr txBox="1"/>
          <p:nvPr>
            <p:ph idx="7" type="body"/>
          </p:nvPr>
        </p:nvSpPr>
        <p:spPr>
          <a:xfrm>
            <a:off x="6454800" y="4514400"/>
            <a:ext cx="50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9" name="Google Shape;609;p67"/>
          <p:cNvSpPr txBox="1"/>
          <p:nvPr>
            <p:ph idx="8" type="body"/>
          </p:nvPr>
        </p:nvSpPr>
        <p:spPr>
          <a:xfrm>
            <a:off x="6454800" y="5590800"/>
            <a:ext cx="50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0" name="Google Shape;610;p67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rgbClr val="169B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Description automatically generated" id="611" name="Google Shape;611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67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Scope">
  <p:cSld name="6_Scope">
    <p:bg>
      <p:bgPr>
        <a:solidFill>
          <a:schemeClr val="lt1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68"/>
          <p:cNvSpPr txBox="1"/>
          <p:nvPr>
            <p:ph type="title"/>
          </p:nvPr>
        </p:nvSpPr>
        <p:spPr>
          <a:xfrm>
            <a:off x="694800" y="1627199"/>
            <a:ext cx="5401200" cy="2881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5" name="Google Shape;615;p68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6" name="Google Shape;616;p68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7" name="Google Shape;617;p68"/>
          <p:cNvSpPr txBox="1"/>
          <p:nvPr>
            <p:ph idx="1" type="body"/>
          </p:nvPr>
        </p:nvSpPr>
        <p:spPr>
          <a:xfrm>
            <a:off x="6454800" y="2350800"/>
            <a:ext cx="50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8" name="Google Shape;618;p68"/>
          <p:cNvSpPr txBox="1"/>
          <p:nvPr>
            <p:ph idx="2" type="body"/>
          </p:nvPr>
        </p:nvSpPr>
        <p:spPr>
          <a:xfrm>
            <a:off x="6456780" y="1989139"/>
            <a:ext cx="5042034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9" name="Google Shape;619;p68"/>
          <p:cNvSpPr txBox="1"/>
          <p:nvPr>
            <p:ph idx="3" type="body"/>
          </p:nvPr>
        </p:nvSpPr>
        <p:spPr>
          <a:xfrm>
            <a:off x="6456780" y="3068640"/>
            <a:ext cx="5042034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0" name="Google Shape;620;p68"/>
          <p:cNvSpPr txBox="1"/>
          <p:nvPr>
            <p:ph idx="4" type="body"/>
          </p:nvPr>
        </p:nvSpPr>
        <p:spPr>
          <a:xfrm>
            <a:off x="6455519" y="4154187"/>
            <a:ext cx="5040509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1" name="Google Shape;621;p68"/>
          <p:cNvSpPr txBox="1"/>
          <p:nvPr>
            <p:ph idx="5" type="body"/>
          </p:nvPr>
        </p:nvSpPr>
        <p:spPr>
          <a:xfrm>
            <a:off x="6455519" y="5230814"/>
            <a:ext cx="5040365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2" name="Google Shape;622;p68"/>
          <p:cNvSpPr txBox="1"/>
          <p:nvPr>
            <p:ph idx="6" type="body"/>
          </p:nvPr>
        </p:nvSpPr>
        <p:spPr>
          <a:xfrm>
            <a:off x="6454800" y="3430800"/>
            <a:ext cx="50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3" name="Google Shape;623;p68"/>
          <p:cNvSpPr txBox="1"/>
          <p:nvPr>
            <p:ph idx="7" type="body"/>
          </p:nvPr>
        </p:nvSpPr>
        <p:spPr>
          <a:xfrm>
            <a:off x="6454800" y="4514400"/>
            <a:ext cx="50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4" name="Google Shape;624;p68"/>
          <p:cNvSpPr txBox="1"/>
          <p:nvPr>
            <p:ph idx="8" type="body"/>
          </p:nvPr>
        </p:nvSpPr>
        <p:spPr>
          <a:xfrm>
            <a:off x="6454800" y="5590800"/>
            <a:ext cx="50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5" name="Google Shape;625;p68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ext" type="obj">
  <p:cSld name="OBJECT"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9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8" name="Google Shape;628;p69"/>
          <p:cNvSpPr txBox="1"/>
          <p:nvPr>
            <p:ph idx="1" type="body"/>
          </p:nvPr>
        </p:nvSpPr>
        <p:spPr>
          <a:xfrm>
            <a:off x="694800" y="1627200"/>
            <a:ext cx="10799999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9" name="Google Shape;629;p69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0" name="Google Shape;630;p69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1" name="Google Shape;631;p69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ext">
  <p:cSld name="2_Text">
    <p:bg>
      <p:bgPr>
        <a:solidFill>
          <a:schemeClr val="dk2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70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4" name="Google Shape;634;p70"/>
          <p:cNvSpPr txBox="1"/>
          <p:nvPr>
            <p:ph idx="1" type="body"/>
          </p:nvPr>
        </p:nvSpPr>
        <p:spPr>
          <a:xfrm>
            <a:off x="694800" y="1627200"/>
            <a:ext cx="10799999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5" name="Google Shape;635;p70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6" name="Google Shape;636;p70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7" name="Google Shape;637;p70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Description automatically generated" id="638" name="Google Shape;638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70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ext">
  <p:cSld name="3_Text">
    <p:bg>
      <p:bgPr>
        <a:solidFill>
          <a:schemeClr val="accent2"/>
        </a:solid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71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2" name="Google Shape;642;p71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3" name="Google Shape;643;p71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44" name="Google Shape;644;p71"/>
          <p:cNvSpPr txBox="1"/>
          <p:nvPr>
            <p:ph idx="1" type="body"/>
          </p:nvPr>
        </p:nvSpPr>
        <p:spPr>
          <a:xfrm>
            <a:off x="694800" y="1627200"/>
            <a:ext cx="10799999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5" name="Google Shape;645;p71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rgbClr val="169B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Description automatically generated" id="646" name="Google Shape;646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71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">
  <p:cSld name="4_Text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72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0" name="Google Shape;650;p72"/>
          <p:cNvSpPr txBox="1"/>
          <p:nvPr>
            <p:ph idx="1" type="body"/>
          </p:nvPr>
        </p:nvSpPr>
        <p:spPr>
          <a:xfrm>
            <a:off x="694800" y="1627200"/>
            <a:ext cx="5310000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1" name="Google Shape;651;p72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2" name="Google Shape;652;p72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53" name="Google Shape;653;p72"/>
          <p:cNvSpPr txBox="1"/>
          <p:nvPr>
            <p:ph idx="2" type="body"/>
          </p:nvPr>
        </p:nvSpPr>
        <p:spPr>
          <a:xfrm>
            <a:off x="6184799" y="1627200"/>
            <a:ext cx="5310000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4" name="Google Shape;654;p72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ext">
  <p:cSld name="5_Text"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73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7" name="Google Shape;657;p73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8" name="Google Shape;658;p73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59" name="Google Shape;659;p73"/>
          <p:cNvSpPr txBox="1"/>
          <p:nvPr>
            <p:ph idx="1" type="body"/>
          </p:nvPr>
        </p:nvSpPr>
        <p:spPr>
          <a:xfrm>
            <a:off x="695324" y="4135357"/>
            <a:ext cx="10801350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0" name="Google Shape;660;p73"/>
          <p:cNvSpPr txBox="1"/>
          <p:nvPr>
            <p:ph idx="2" type="body"/>
          </p:nvPr>
        </p:nvSpPr>
        <p:spPr>
          <a:xfrm>
            <a:off x="695325" y="1614253"/>
            <a:ext cx="10801350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1" name="Google Shape;661;p73"/>
          <p:cNvSpPr txBox="1"/>
          <p:nvPr>
            <p:ph idx="3" type="body"/>
          </p:nvPr>
        </p:nvSpPr>
        <p:spPr>
          <a:xfrm>
            <a:off x="694800" y="1990800"/>
            <a:ext cx="10799999" cy="1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2" name="Google Shape;662;p73"/>
          <p:cNvSpPr txBox="1"/>
          <p:nvPr>
            <p:ph idx="4" type="body"/>
          </p:nvPr>
        </p:nvSpPr>
        <p:spPr>
          <a:xfrm>
            <a:off x="694798" y="4510800"/>
            <a:ext cx="10799999" cy="1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3" name="Google Shape;663;p73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ext">
  <p:cSld name="6_Text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74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6" name="Google Shape;666;p74"/>
          <p:cNvSpPr txBox="1"/>
          <p:nvPr>
            <p:ph idx="1" type="body"/>
          </p:nvPr>
        </p:nvSpPr>
        <p:spPr>
          <a:xfrm>
            <a:off x="694800" y="1627200"/>
            <a:ext cx="3481200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7" name="Google Shape;667;p74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8" name="Google Shape;668;p74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69" name="Google Shape;669;p74"/>
          <p:cNvSpPr txBox="1"/>
          <p:nvPr>
            <p:ph idx="2" type="body"/>
          </p:nvPr>
        </p:nvSpPr>
        <p:spPr>
          <a:xfrm>
            <a:off x="8013599" y="1627200"/>
            <a:ext cx="3481200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0" name="Google Shape;670;p74"/>
          <p:cNvSpPr txBox="1"/>
          <p:nvPr>
            <p:ph idx="3" type="body"/>
          </p:nvPr>
        </p:nvSpPr>
        <p:spPr>
          <a:xfrm>
            <a:off x="4354200" y="1627200"/>
            <a:ext cx="3481200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1" name="Google Shape;671;p74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ext">
  <p:cSld name="7_Text">
    <p:bg>
      <p:bgPr>
        <a:solidFill>
          <a:schemeClr val="dk2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75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4" name="Google Shape;674;p75"/>
          <p:cNvSpPr txBox="1"/>
          <p:nvPr>
            <p:ph idx="1" type="body"/>
          </p:nvPr>
        </p:nvSpPr>
        <p:spPr>
          <a:xfrm>
            <a:off x="694800" y="1990800"/>
            <a:ext cx="3481200" cy="4317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5" name="Google Shape;675;p75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6" name="Google Shape;676;p75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7" name="Google Shape;677;p75"/>
          <p:cNvSpPr txBox="1"/>
          <p:nvPr>
            <p:ph idx="2" type="body"/>
          </p:nvPr>
        </p:nvSpPr>
        <p:spPr>
          <a:xfrm>
            <a:off x="8013599" y="1990800"/>
            <a:ext cx="3481200" cy="4317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8" name="Google Shape;678;p75"/>
          <p:cNvSpPr txBox="1"/>
          <p:nvPr>
            <p:ph idx="3" type="body"/>
          </p:nvPr>
        </p:nvSpPr>
        <p:spPr>
          <a:xfrm>
            <a:off x="4354200" y="1990800"/>
            <a:ext cx="3481200" cy="4317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9" name="Google Shape;679;p75"/>
          <p:cNvSpPr txBox="1"/>
          <p:nvPr>
            <p:ph idx="4" type="body"/>
          </p:nvPr>
        </p:nvSpPr>
        <p:spPr>
          <a:xfrm>
            <a:off x="694800" y="1614253"/>
            <a:ext cx="3481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0" name="Google Shape;680;p75"/>
          <p:cNvSpPr txBox="1"/>
          <p:nvPr>
            <p:ph idx="5" type="body"/>
          </p:nvPr>
        </p:nvSpPr>
        <p:spPr>
          <a:xfrm>
            <a:off x="4363200" y="1612800"/>
            <a:ext cx="3481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1" name="Google Shape;681;p75"/>
          <p:cNvSpPr txBox="1"/>
          <p:nvPr>
            <p:ph idx="6" type="body"/>
          </p:nvPr>
        </p:nvSpPr>
        <p:spPr>
          <a:xfrm>
            <a:off x="8013600" y="1612800"/>
            <a:ext cx="3481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2" name="Google Shape;682;p75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Description automatically generated" id="683" name="Google Shape;683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75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ext">
  <p:cSld name="8_Text"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76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7" name="Google Shape;687;p76"/>
          <p:cNvSpPr txBox="1"/>
          <p:nvPr>
            <p:ph idx="1" type="body"/>
          </p:nvPr>
        </p:nvSpPr>
        <p:spPr>
          <a:xfrm>
            <a:off x="694800" y="1990800"/>
            <a:ext cx="2566800" cy="4317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8" name="Google Shape;688;p76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9" name="Google Shape;689;p76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0" name="Google Shape;690;p76"/>
          <p:cNvSpPr txBox="1"/>
          <p:nvPr>
            <p:ph idx="2" type="body"/>
          </p:nvPr>
        </p:nvSpPr>
        <p:spPr>
          <a:xfrm>
            <a:off x="694800" y="1614253"/>
            <a:ext cx="2566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1" name="Google Shape;691;p76"/>
          <p:cNvSpPr txBox="1"/>
          <p:nvPr>
            <p:ph idx="3" type="body"/>
          </p:nvPr>
        </p:nvSpPr>
        <p:spPr>
          <a:xfrm>
            <a:off x="3439825" y="1612800"/>
            <a:ext cx="2566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2" name="Google Shape;692;p76"/>
          <p:cNvSpPr txBox="1"/>
          <p:nvPr>
            <p:ph idx="4" type="body"/>
          </p:nvPr>
        </p:nvSpPr>
        <p:spPr>
          <a:xfrm>
            <a:off x="6188400" y="1612800"/>
            <a:ext cx="2566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3" name="Google Shape;693;p76"/>
          <p:cNvSpPr txBox="1"/>
          <p:nvPr>
            <p:ph idx="5" type="body"/>
          </p:nvPr>
        </p:nvSpPr>
        <p:spPr>
          <a:xfrm>
            <a:off x="8929875" y="1612800"/>
            <a:ext cx="2566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4" name="Google Shape;694;p76"/>
          <p:cNvSpPr txBox="1"/>
          <p:nvPr>
            <p:ph idx="6" type="body"/>
          </p:nvPr>
        </p:nvSpPr>
        <p:spPr>
          <a:xfrm>
            <a:off x="3437950" y="1990800"/>
            <a:ext cx="2568676" cy="4317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5" name="Google Shape;695;p76"/>
          <p:cNvSpPr txBox="1"/>
          <p:nvPr>
            <p:ph idx="7" type="body"/>
          </p:nvPr>
        </p:nvSpPr>
        <p:spPr>
          <a:xfrm>
            <a:off x="6188400" y="1990800"/>
            <a:ext cx="2568676" cy="4317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6" name="Google Shape;696;p76"/>
          <p:cNvSpPr txBox="1"/>
          <p:nvPr>
            <p:ph idx="8" type="body"/>
          </p:nvPr>
        </p:nvSpPr>
        <p:spPr>
          <a:xfrm>
            <a:off x="8927999" y="1990800"/>
            <a:ext cx="2566799" cy="4317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7" name="Google Shape;697;p76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ext">
  <p:cSld name="9_Text"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77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0" name="Google Shape;700;p77"/>
          <p:cNvSpPr txBox="1"/>
          <p:nvPr>
            <p:ph idx="1" type="body"/>
          </p:nvPr>
        </p:nvSpPr>
        <p:spPr>
          <a:xfrm>
            <a:off x="694799" y="1990800"/>
            <a:ext cx="5309999" cy="1797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1" name="Google Shape;701;p77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2" name="Google Shape;702;p77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03" name="Google Shape;703;p77"/>
          <p:cNvSpPr txBox="1"/>
          <p:nvPr>
            <p:ph idx="2" type="body"/>
          </p:nvPr>
        </p:nvSpPr>
        <p:spPr>
          <a:xfrm>
            <a:off x="6188400" y="1990800"/>
            <a:ext cx="5309999" cy="1797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4" name="Google Shape;704;p77"/>
          <p:cNvSpPr txBox="1"/>
          <p:nvPr>
            <p:ph idx="3" type="body"/>
          </p:nvPr>
        </p:nvSpPr>
        <p:spPr>
          <a:xfrm>
            <a:off x="6188463" y="4136400"/>
            <a:ext cx="5310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5" name="Google Shape;705;p77"/>
          <p:cNvSpPr txBox="1"/>
          <p:nvPr>
            <p:ph idx="4" type="body"/>
          </p:nvPr>
        </p:nvSpPr>
        <p:spPr>
          <a:xfrm>
            <a:off x="6188464" y="1612800"/>
            <a:ext cx="5310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6" name="Google Shape;706;p77"/>
          <p:cNvSpPr txBox="1"/>
          <p:nvPr>
            <p:ph idx="5" type="body"/>
          </p:nvPr>
        </p:nvSpPr>
        <p:spPr>
          <a:xfrm>
            <a:off x="694800" y="4135357"/>
            <a:ext cx="5310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7" name="Google Shape;707;p77"/>
          <p:cNvSpPr txBox="1"/>
          <p:nvPr>
            <p:ph idx="6" type="body"/>
          </p:nvPr>
        </p:nvSpPr>
        <p:spPr>
          <a:xfrm>
            <a:off x="694800" y="1614253"/>
            <a:ext cx="5310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8" name="Google Shape;708;p77"/>
          <p:cNvSpPr txBox="1"/>
          <p:nvPr>
            <p:ph idx="7" type="body"/>
          </p:nvPr>
        </p:nvSpPr>
        <p:spPr>
          <a:xfrm>
            <a:off x="694799" y="4510800"/>
            <a:ext cx="5309999" cy="1797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9" name="Google Shape;709;p77"/>
          <p:cNvSpPr txBox="1"/>
          <p:nvPr>
            <p:ph idx="8" type="body"/>
          </p:nvPr>
        </p:nvSpPr>
        <p:spPr>
          <a:xfrm>
            <a:off x="6188400" y="4510800"/>
            <a:ext cx="5309999" cy="1797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0" name="Google Shape;710;p77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Text">
  <p:cSld name="10_Text"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78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3" name="Google Shape;713;p78"/>
          <p:cNvSpPr txBox="1"/>
          <p:nvPr>
            <p:ph idx="1" type="body"/>
          </p:nvPr>
        </p:nvSpPr>
        <p:spPr>
          <a:xfrm>
            <a:off x="694800" y="1990800"/>
            <a:ext cx="531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4" name="Google Shape;714;p78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5" name="Google Shape;715;p78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16" name="Google Shape;716;p78"/>
          <p:cNvSpPr txBox="1"/>
          <p:nvPr>
            <p:ph idx="2" type="body"/>
          </p:nvPr>
        </p:nvSpPr>
        <p:spPr>
          <a:xfrm>
            <a:off x="6188400" y="1990800"/>
            <a:ext cx="5309999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7" name="Google Shape;717;p78"/>
          <p:cNvSpPr txBox="1"/>
          <p:nvPr>
            <p:ph idx="3" type="body"/>
          </p:nvPr>
        </p:nvSpPr>
        <p:spPr>
          <a:xfrm>
            <a:off x="695325" y="4494779"/>
            <a:ext cx="5310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8" name="Google Shape;718;p78"/>
          <p:cNvSpPr txBox="1"/>
          <p:nvPr>
            <p:ph idx="4" type="body"/>
          </p:nvPr>
        </p:nvSpPr>
        <p:spPr>
          <a:xfrm>
            <a:off x="6188400" y="3052800"/>
            <a:ext cx="5310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9" name="Google Shape;719;p78"/>
          <p:cNvSpPr txBox="1"/>
          <p:nvPr>
            <p:ph idx="5" type="body"/>
          </p:nvPr>
        </p:nvSpPr>
        <p:spPr>
          <a:xfrm>
            <a:off x="6188400" y="4496400"/>
            <a:ext cx="5310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0" name="Google Shape;720;p78"/>
          <p:cNvSpPr txBox="1"/>
          <p:nvPr>
            <p:ph idx="6" type="body"/>
          </p:nvPr>
        </p:nvSpPr>
        <p:spPr>
          <a:xfrm>
            <a:off x="694800" y="3052800"/>
            <a:ext cx="5310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1" name="Google Shape;721;p78"/>
          <p:cNvSpPr txBox="1"/>
          <p:nvPr>
            <p:ph idx="7" type="body"/>
          </p:nvPr>
        </p:nvSpPr>
        <p:spPr>
          <a:xfrm>
            <a:off x="6188464" y="1612800"/>
            <a:ext cx="5310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2" name="Google Shape;722;p78"/>
          <p:cNvSpPr txBox="1"/>
          <p:nvPr>
            <p:ph idx="8" type="body"/>
          </p:nvPr>
        </p:nvSpPr>
        <p:spPr>
          <a:xfrm>
            <a:off x="694800" y="1614253"/>
            <a:ext cx="5310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3" name="Google Shape;723;p78"/>
          <p:cNvSpPr txBox="1"/>
          <p:nvPr>
            <p:ph idx="9" type="body"/>
          </p:nvPr>
        </p:nvSpPr>
        <p:spPr>
          <a:xfrm>
            <a:off x="694799" y="4870800"/>
            <a:ext cx="531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4" name="Google Shape;724;p78"/>
          <p:cNvSpPr txBox="1"/>
          <p:nvPr>
            <p:ph idx="13" type="body"/>
          </p:nvPr>
        </p:nvSpPr>
        <p:spPr>
          <a:xfrm>
            <a:off x="6188400" y="4870800"/>
            <a:ext cx="5309999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5" name="Google Shape;725;p78"/>
          <p:cNvSpPr txBox="1"/>
          <p:nvPr>
            <p:ph idx="14" type="body"/>
          </p:nvPr>
        </p:nvSpPr>
        <p:spPr>
          <a:xfrm>
            <a:off x="694800" y="3430800"/>
            <a:ext cx="531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6" name="Google Shape;726;p78"/>
          <p:cNvSpPr txBox="1"/>
          <p:nvPr>
            <p:ph idx="15" type="body"/>
          </p:nvPr>
        </p:nvSpPr>
        <p:spPr>
          <a:xfrm>
            <a:off x="6188400" y="3430800"/>
            <a:ext cx="5309999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7" name="Google Shape;727;p78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Text">
  <p:cSld name="13_Text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79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0" name="Google Shape;730;p79"/>
          <p:cNvSpPr txBox="1"/>
          <p:nvPr>
            <p:ph idx="1" type="body"/>
          </p:nvPr>
        </p:nvSpPr>
        <p:spPr>
          <a:xfrm>
            <a:off x="694800" y="1990799"/>
            <a:ext cx="5310000" cy="4317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1" name="Google Shape;731;p79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2" name="Google Shape;732;p79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33" name="Google Shape;733;p79"/>
          <p:cNvSpPr txBox="1"/>
          <p:nvPr>
            <p:ph idx="2" type="body"/>
          </p:nvPr>
        </p:nvSpPr>
        <p:spPr>
          <a:xfrm>
            <a:off x="6188400" y="1990799"/>
            <a:ext cx="5309999" cy="4317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4" name="Google Shape;734;p79"/>
          <p:cNvSpPr txBox="1"/>
          <p:nvPr>
            <p:ph idx="3" type="body"/>
          </p:nvPr>
        </p:nvSpPr>
        <p:spPr>
          <a:xfrm>
            <a:off x="6188464" y="1612800"/>
            <a:ext cx="5310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5" name="Google Shape;735;p79"/>
          <p:cNvSpPr txBox="1"/>
          <p:nvPr>
            <p:ph idx="4" type="body"/>
          </p:nvPr>
        </p:nvSpPr>
        <p:spPr>
          <a:xfrm>
            <a:off x="694800" y="1614253"/>
            <a:ext cx="5310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6" name="Google Shape;736;p79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Quotes">
  <p:cSld name="1_Quotes">
    <p:bg>
      <p:bgPr>
        <a:solidFill>
          <a:schemeClr val="accent1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80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9" name="Google Shape;739;p80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0" name="Google Shape;740;p80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1" name="Google Shape;741;p80"/>
          <p:cNvSpPr txBox="1"/>
          <p:nvPr>
            <p:ph idx="1" type="body"/>
          </p:nvPr>
        </p:nvSpPr>
        <p:spPr>
          <a:xfrm>
            <a:off x="695325" y="1989138"/>
            <a:ext cx="1080135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2" name="Google Shape;742;p80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Description automatically generated" id="743" name="Google Shape;743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80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Quotes">
  <p:cSld name="2_Quotes">
    <p:bg>
      <p:bgPr>
        <a:solidFill>
          <a:schemeClr val="lt1"/>
        </a:solidFill>
      </p:bgPr>
    </p:bg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81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7" name="Google Shape;747;p81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8" name="Google Shape;748;p81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9" name="Google Shape;749;p81"/>
          <p:cNvSpPr txBox="1"/>
          <p:nvPr>
            <p:ph idx="1" type="body"/>
          </p:nvPr>
        </p:nvSpPr>
        <p:spPr>
          <a:xfrm>
            <a:off x="695325" y="1989138"/>
            <a:ext cx="1080135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0" name="Google Shape;750;p81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Quotes">
  <p:cSld name="3_Quotes"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82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3" name="Google Shape;753;p82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4" name="Google Shape;754;p82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55" name="Google Shape;755;p82"/>
          <p:cNvSpPr txBox="1"/>
          <p:nvPr>
            <p:ph idx="1" type="body"/>
          </p:nvPr>
        </p:nvSpPr>
        <p:spPr>
          <a:xfrm>
            <a:off x="695325" y="1989138"/>
            <a:ext cx="1080135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6" name="Google Shape;756;p82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Quotes">
  <p:cSld name="4_Quotes">
    <p:bg>
      <p:bgPr>
        <a:solidFill>
          <a:schemeClr val="dk2"/>
        </a:solidFill>
      </p:bgPr>
    </p:bg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83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9" name="Google Shape;759;p83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0" name="Google Shape;760;p83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1" name="Google Shape;761;p83"/>
          <p:cNvSpPr txBox="1"/>
          <p:nvPr>
            <p:ph idx="1" type="body"/>
          </p:nvPr>
        </p:nvSpPr>
        <p:spPr>
          <a:xfrm>
            <a:off x="695325" y="1989138"/>
            <a:ext cx="1080135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0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2" name="Google Shape;762;p83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Description automatically generated" id="763" name="Google Shape;763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83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Quotes">
  <p:cSld name="5_Quotes">
    <p:bg>
      <p:bgPr>
        <a:solidFill>
          <a:schemeClr val="lt1"/>
        </a:solidFill>
      </p:bgPr>
    </p:bg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84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7" name="Google Shape;767;p84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8" name="Google Shape;768;p84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9" name="Google Shape;769;p84"/>
          <p:cNvSpPr txBox="1"/>
          <p:nvPr>
            <p:ph idx="1" type="body"/>
          </p:nvPr>
        </p:nvSpPr>
        <p:spPr>
          <a:xfrm>
            <a:off x="695325" y="1989138"/>
            <a:ext cx="1080135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1" sz="6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0" name="Google Shape;770;p84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tats">
  <p:cSld name="1_Stats"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85"/>
          <p:cNvSpPr/>
          <p:nvPr>
            <p:ph idx="2" type="pic"/>
          </p:nvPr>
        </p:nvSpPr>
        <p:spPr>
          <a:xfrm>
            <a:off x="3395663" y="0"/>
            <a:ext cx="8796337" cy="6857999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773" name="Google Shape;773;p85"/>
          <p:cNvSpPr txBox="1"/>
          <p:nvPr>
            <p:ph type="title"/>
          </p:nvPr>
        </p:nvSpPr>
        <p:spPr>
          <a:xfrm>
            <a:off x="694799" y="673200"/>
            <a:ext cx="2520951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4" name="Google Shape;774;p85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5" name="Google Shape;775;p85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6" name="Google Shape;776;p85"/>
          <p:cNvSpPr txBox="1"/>
          <p:nvPr>
            <p:ph idx="1" type="body"/>
          </p:nvPr>
        </p:nvSpPr>
        <p:spPr>
          <a:xfrm>
            <a:off x="694800" y="4871508"/>
            <a:ext cx="2521416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7" name="Google Shape;777;p85"/>
          <p:cNvSpPr txBox="1"/>
          <p:nvPr>
            <p:ph idx="3" type="body"/>
          </p:nvPr>
        </p:nvSpPr>
        <p:spPr>
          <a:xfrm>
            <a:off x="694801" y="5231870"/>
            <a:ext cx="2520950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8" name="Google Shape;778;p85"/>
          <p:cNvSpPr txBox="1"/>
          <p:nvPr>
            <p:ph idx="4" type="body"/>
          </p:nvPr>
        </p:nvSpPr>
        <p:spPr>
          <a:xfrm>
            <a:off x="3395198" y="61380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9" name="Google Shape;779;p85"/>
          <p:cNvSpPr txBox="1"/>
          <p:nvPr>
            <p:ph idx="5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tats">
  <p:cSld name="2_Stats"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86"/>
          <p:cNvSpPr/>
          <p:nvPr>
            <p:ph idx="2" type="pic"/>
          </p:nvPr>
        </p:nvSpPr>
        <p:spPr>
          <a:xfrm>
            <a:off x="3395663" y="0"/>
            <a:ext cx="8796337" cy="6857999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782" name="Google Shape;782;p86"/>
          <p:cNvSpPr txBox="1"/>
          <p:nvPr>
            <p:ph type="title"/>
          </p:nvPr>
        </p:nvSpPr>
        <p:spPr>
          <a:xfrm>
            <a:off x="694800" y="673200"/>
            <a:ext cx="2521476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3" name="Google Shape;783;p86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4" name="Google Shape;784;p86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5" name="Google Shape;785;p86"/>
          <p:cNvSpPr txBox="1"/>
          <p:nvPr>
            <p:ph idx="1" type="body"/>
          </p:nvPr>
        </p:nvSpPr>
        <p:spPr>
          <a:xfrm>
            <a:off x="694800" y="3434400"/>
            <a:ext cx="2521416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6" name="Google Shape;786;p86"/>
          <p:cNvSpPr txBox="1"/>
          <p:nvPr>
            <p:ph idx="3" type="body"/>
          </p:nvPr>
        </p:nvSpPr>
        <p:spPr>
          <a:xfrm>
            <a:off x="694801" y="3792802"/>
            <a:ext cx="2520950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7" name="Google Shape;787;p86"/>
          <p:cNvSpPr txBox="1"/>
          <p:nvPr>
            <p:ph idx="4" type="body"/>
          </p:nvPr>
        </p:nvSpPr>
        <p:spPr>
          <a:xfrm>
            <a:off x="694800" y="4871508"/>
            <a:ext cx="2521416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8" name="Google Shape;788;p86"/>
          <p:cNvSpPr txBox="1"/>
          <p:nvPr>
            <p:ph idx="5" type="body"/>
          </p:nvPr>
        </p:nvSpPr>
        <p:spPr>
          <a:xfrm>
            <a:off x="694801" y="5231870"/>
            <a:ext cx="2520950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9" name="Google Shape;789;p86"/>
          <p:cNvSpPr txBox="1"/>
          <p:nvPr>
            <p:ph idx="6" type="body"/>
          </p:nvPr>
        </p:nvSpPr>
        <p:spPr>
          <a:xfrm>
            <a:off x="3395198" y="61380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0" name="Google Shape;790;p86"/>
          <p:cNvSpPr txBox="1"/>
          <p:nvPr>
            <p:ph idx="7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Stats">
  <p:cSld name="3_Stats"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87"/>
          <p:cNvSpPr/>
          <p:nvPr>
            <p:ph idx="2" type="pic"/>
          </p:nvPr>
        </p:nvSpPr>
        <p:spPr>
          <a:xfrm>
            <a:off x="3395663" y="0"/>
            <a:ext cx="8796337" cy="6857999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793" name="Google Shape;793;p87"/>
          <p:cNvSpPr txBox="1"/>
          <p:nvPr>
            <p:ph type="title"/>
          </p:nvPr>
        </p:nvSpPr>
        <p:spPr>
          <a:xfrm>
            <a:off x="694799" y="673200"/>
            <a:ext cx="2520001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4" name="Google Shape;794;p87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5" name="Google Shape;795;p87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96" name="Google Shape;796;p87"/>
          <p:cNvSpPr txBox="1"/>
          <p:nvPr>
            <p:ph idx="1" type="body"/>
          </p:nvPr>
        </p:nvSpPr>
        <p:spPr>
          <a:xfrm>
            <a:off x="694800" y="1989139"/>
            <a:ext cx="2520000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7" name="Google Shape;797;p87"/>
          <p:cNvSpPr txBox="1"/>
          <p:nvPr>
            <p:ph idx="3" type="body"/>
          </p:nvPr>
        </p:nvSpPr>
        <p:spPr>
          <a:xfrm>
            <a:off x="694858" y="2349501"/>
            <a:ext cx="2520000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8" name="Google Shape;798;p87"/>
          <p:cNvSpPr txBox="1"/>
          <p:nvPr>
            <p:ph idx="4" type="body"/>
          </p:nvPr>
        </p:nvSpPr>
        <p:spPr>
          <a:xfrm>
            <a:off x="694800" y="3434400"/>
            <a:ext cx="2520000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9" name="Google Shape;799;p87"/>
          <p:cNvSpPr txBox="1"/>
          <p:nvPr>
            <p:ph idx="5" type="body"/>
          </p:nvPr>
        </p:nvSpPr>
        <p:spPr>
          <a:xfrm>
            <a:off x="694800" y="3792802"/>
            <a:ext cx="2520000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0" name="Google Shape;800;p87"/>
          <p:cNvSpPr txBox="1"/>
          <p:nvPr>
            <p:ph idx="6" type="body"/>
          </p:nvPr>
        </p:nvSpPr>
        <p:spPr>
          <a:xfrm>
            <a:off x="694800" y="4871508"/>
            <a:ext cx="2520000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1" name="Google Shape;801;p87"/>
          <p:cNvSpPr txBox="1"/>
          <p:nvPr>
            <p:ph idx="7" type="body"/>
          </p:nvPr>
        </p:nvSpPr>
        <p:spPr>
          <a:xfrm>
            <a:off x="694800" y="5231870"/>
            <a:ext cx="2520000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2" name="Google Shape;802;p87"/>
          <p:cNvSpPr txBox="1"/>
          <p:nvPr>
            <p:ph idx="8" type="body"/>
          </p:nvPr>
        </p:nvSpPr>
        <p:spPr>
          <a:xfrm>
            <a:off x="3395198" y="61380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3" name="Google Shape;803;p87"/>
          <p:cNvSpPr txBox="1"/>
          <p:nvPr>
            <p:ph idx="9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Stats">
  <p:cSld name="4_Stats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88"/>
          <p:cNvSpPr/>
          <p:nvPr>
            <p:ph idx="2" type="pic"/>
          </p:nvPr>
        </p:nvSpPr>
        <p:spPr>
          <a:xfrm>
            <a:off x="4475163" y="0"/>
            <a:ext cx="7716837" cy="6857999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806" name="Google Shape;806;p88"/>
          <p:cNvSpPr txBox="1"/>
          <p:nvPr>
            <p:ph type="title"/>
          </p:nvPr>
        </p:nvSpPr>
        <p:spPr>
          <a:xfrm>
            <a:off x="694800" y="673200"/>
            <a:ext cx="3600976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7" name="Google Shape;807;p88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8" name="Google Shape;808;p88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09" name="Google Shape;809;p88"/>
          <p:cNvSpPr txBox="1"/>
          <p:nvPr>
            <p:ph idx="1" type="body"/>
          </p:nvPr>
        </p:nvSpPr>
        <p:spPr>
          <a:xfrm>
            <a:off x="694800" y="1989139"/>
            <a:ext cx="3601582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0" name="Google Shape;810;p88"/>
          <p:cNvSpPr txBox="1"/>
          <p:nvPr>
            <p:ph idx="3" type="body"/>
          </p:nvPr>
        </p:nvSpPr>
        <p:spPr>
          <a:xfrm>
            <a:off x="694858" y="2349501"/>
            <a:ext cx="3600917" cy="539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1" name="Google Shape;811;p88"/>
          <p:cNvSpPr txBox="1"/>
          <p:nvPr>
            <p:ph idx="4" type="body"/>
          </p:nvPr>
        </p:nvSpPr>
        <p:spPr>
          <a:xfrm>
            <a:off x="694800" y="3068640"/>
            <a:ext cx="3601582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2" name="Google Shape;812;p88"/>
          <p:cNvSpPr txBox="1"/>
          <p:nvPr>
            <p:ph idx="5" type="body"/>
          </p:nvPr>
        </p:nvSpPr>
        <p:spPr>
          <a:xfrm>
            <a:off x="694800" y="3429002"/>
            <a:ext cx="3600917" cy="539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3" name="Google Shape;813;p88"/>
          <p:cNvSpPr txBox="1"/>
          <p:nvPr>
            <p:ph idx="6" type="body"/>
          </p:nvPr>
        </p:nvSpPr>
        <p:spPr>
          <a:xfrm>
            <a:off x="695281" y="4154187"/>
            <a:ext cx="3600435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4" name="Google Shape;814;p88"/>
          <p:cNvSpPr txBox="1"/>
          <p:nvPr>
            <p:ph idx="7" type="body"/>
          </p:nvPr>
        </p:nvSpPr>
        <p:spPr>
          <a:xfrm>
            <a:off x="695325" y="4514549"/>
            <a:ext cx="3600450" cy="539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5" name="Google Shape;815;p88"/>
          <p:cNvSpPr txBox="1"/>
          <p:nvPr>
            <p:ph idx="8" type="body"/>
          </p:nvPr>
        </p:nvSpPr>
        <p:spPr>
          <a:xfrm>
            <a:off x="694800" y="5230814"/>
            <a:ext cx="3600434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6" name="Google Shape;816;p88"/>
          <p:cNvSpPr txBox="1"/>
          <p:nvPr>
            <p:ph idx="9" type="body"/>
          </p:nvPr>
        </p:nvSpPr>
        <p:spPr>
          <a:xfrm>
            <a:off x="694799" y="5591176"/>
            <a:ext cx="3600975" cy="539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7" name="Google Shape;817;p88"/>
          <p:cNvSpPr txBox="1"/>
          <p:nvPr>
            <p:ph idx="13" type="body"/>
          </p:nvPr>
        </p:nvSpPr>
        <p:spPr>
          <a:xfrm>
            <a:off x="4475163" y="61380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8" name="Google Shape;818;p88"/>
          <p:cNvSpPr txBox="1"/>
          <p:nvPr>
            <p:ph idx="14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Stats">
  <p:cSld name="5_Stats"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89"/>
          <p:cNvSpPr/>
          <p:nvPr>
            <p:ph idx="2" type="pic"/>
          </p:nvPr>
        </p:nvSpPr>
        <p:spPr>
          <a:xfrm>
            <a:off x="6104299" y="0"/>
            <a:ext cx="6087701" cy="6857999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821" name="Google Shape;821;p89"/>
          <p:cNvSpPr txBox="1"/>
          <p:nvPr>
            <p:ph type="title"/>
          </p:nvPr>
        </p:nvSpPr>
        <p:spPr>
          <a:xfrm>
            <a:off x="694800" y="673200"/>
            <a:ext cx="5221814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2" name="Google Shape;822;p89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3" name="Google Shape;823;p89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24" name="Google Shape;824;p89"/>
          <p:cNvSpPr txBox="1"/>
          <p:nvPr>
            <p:ph idx="1" type="body"/>
          </p:nvPr>
        </p:nvSpPr>
        <p:spPr>
          <a:xfrm>
            <a:off x="3399782" y="3434400"/>
            <a:ext cx="2521416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5" name="Google Shape;825;p89"/>
          <p:cNvSpPr txBox="1"/>
          <p:nvPr>
            <p:ph idx="3" type="body"/>
          </p:nvPr>
        </p:nvSpPr>
        <p:spPr>
          <a:xfrm>
            <a:off x="3399783" y="3794400"/>
            <a:ext cx="2520950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6" name="Google Shape;826;p89"/>
          <p:cNvSpPr txBox="1"/>
          <p:nvPr>
            <p:ph idx="4" type="body"/>
          </p:nvPr>
        </p:nvSpPr>
        <p:spPr>
          <a:xfrm>
            <a:off x="3399782" y="4870800"/>
            <a:ext cx="2521416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7" name="Google Shape;827;p89"/>
          <p:cNvSpPr txBox="1"/>
          <p:nvPr>
            <p:ph idx="5" type="body"/>
          </p:nvPr>
        </p:nvSpPr>
        <p:spPr>
          <a:xfrm>
            <a:off x="3399783" y="5230800"/>
            <a:ext cx="2520950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8" name="Google Shape;828;p89"/>
          <p:cNvSpPr txBox="1"/>
          <p:nvPr>
            <p:ph idx="6" type="body"/>
          </p:nvPr>
        </p:nvSpPr>
        <p:spPr>
          <a:xfrm>
            <a:off x="3401730" y="1990800"/>
            <a:ext cx="2521416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9" name="Google Shape;829;p89"/>
          <p:cNvSpPr txBox="1"/>
          <p:nvPr>
            <p:ph idx="7" type="body"/>
          </p:nvPr>
        </p:nvSpPr>
        <p:spPr>
          <a:xfrm>
            <a:off x="3401731" y="2350800"/>
            <a:ext cx="2520950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0" name="Google Shape;830;p89"/>
          <p:cNvSpPr txBox="1"/>
          <p:nvPr>
            <p:ph idx="8" type="body"/>
          </p:nvPr>
        </p:nvSpPr>
        <p:spPr>
          <a:xfrm>
            <a:off x="694800" y="1989139"/>
            <a:ext cx="2521417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1" name="Google Shape;831;p89"/>
          <p:cNvSpPr txBox="1"/>
          <p:nvPr>
            <p:ph idx="9" type="body"/>
          </p:nvPr>
        </p:nvSpPr>
        <p:spPr>
          <a:xfrm>
            <a:off x="694858" y="2349501"/>
            <a:ext cx="2520951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2" name="Google Shape;832;p89"/>
          <p:cNvSpPr txBox="1"/>
          <p:nvPr>
            <p:ph idx="13" type="body"/>
          </p:nvPr>
        </p:nvSpPr>
        <p:spPr>
          <a:xfrm>
            <a:off x="694800" y="3434400"/>
            <a:ext cx="2521417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3" name="Google Shape;833;p89"/>
          <p:cNvSpPr txBox="1"/>
          <p:nvPr>
            <p:ph idx="14" type="body"/>
          </p:nvPr>
        </p:nvSpPr>
        <p:spPr>
          <a:xfrm>
            <a:off x="694800" y="3792802"/>
            <a:ext cx="2520951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4" name="Google Shape;834;p89"/>
          <p:cNvSpPr txBox="1"/>
          <p:nvPr>
            <p:ph idx="15" type="body"/>
          </p:nvPr>
        </p:nvSpPr>
        <p:spPr>
          <a:xfrm>
            <a:off x="694800" y="4871508"/>
            <a:ext cx="2521417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5" name="Google Shape;835;p89"/>
          <p:cNvSpPr txBox="1"/>
          <p:nvPr>
            <p:ph idx="16" type="body"/>
          </p:nvPr>
        </p:nvSpPr>
        <p:spPr>
          <a:xfrm>
            <a:off x="694800" y="5231870"/>
            <a:ext cx="2520951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6" name="Google Shape;836;p89"/>
          <p:cNvSpPr txBox="1"/>
          <p:nvPr>
            <p:ph idx="17" type="body"/>
          </p:nvPr>
        </p:nvSpPr>
        <p:spPr>
          <a:xfrm>
            <a:off x="6098818" y="61380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7" name="Google Shape;837;p89"/>
          <p:cNvSpPr txBox="1"/>
          <p:nvPr>
            <p:ph idx="18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Stats">
  <p:cSld name="6_Stats">
    <p:bg>
      <p:bgPr>
        <a:solidFill>
          <a:schemeClr val="dk2"/>
        </a:solidFill>
      </p:bgPr>
    </p:bg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90"/>
          <p:cNvSpPr/>
          <p:nvPr>
            <p:ph idx="2" type="pic"/>
          </p:nvPr>
        </p:nvSpPr>
        <p:spPr>
          <a:xfrm>
            <a:off x="3395663" y="0"/>
            <a:ext cx="8796337" cy="6858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840" name="Google Shape;840;p90"/>
          <p:cNvSpPr txBox="1"/>
          <p:nvPr>
            <p:ph type="title"/>
          </p:nvPr>
        </p:nvSpPr>
        <p:spPr>
          <a:xfrm>
            <a:off x="694800" y="673200"/>
            <a:ext cx="2520952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1" name="Google Shape;841;p90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2" name="Google Shape;842;p90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43" name="Google Shape;843;p90"/>
          <p:cNvSpPr txBox="1"/>
          <p:nvPr>
            <p:ph idx="1" type="body"/>
          </p:nvPr>
        </p:nvSpPr>
        <p:spPr>
          <a:xfrm>
            <a:off x="694800" y="4871508"/>
            <a:ext cx="2521416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4" name="Google Shape;844;p90"/>
          <p:cNvSpPr txBox="1"/>
          <p:nvPr>
            <p:ph idx="3" type="body"/>
          </p:nvPr>
        </p:nvSpPr>
        <p:spPr>
          <a:xfrm>
            <a:off x="694801" y="5231870"/>
            <a:ext cx="2520950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5" name="Google Shape;845;p90"/>
          <p:cNvSpPr txBox="1"/>
          <p:nvPr>
            <p:ph idx="4" type="body"/>
          </p:nvPr>
        </p:nvSpPr>
        <p:spPr>
          <a:xfrm>
            <a:off x="3395198" y="61380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6" name="Google Shape;846;p90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Description automatically generated" id="847" name="Google Shape;847;p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90"/>
          <p:cNvSpPr txBox="1"/>
          <p:nvPr>
            <p:ph idx="5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Stats">
  <p:cSld name="7_Stats">
    <p:bg>
      <p:bgPr>
        <a:solidFill>
          <a:schemeClr val="dk2"/>
        </a:solidFill>
      </p:bgPr>
    </p:bg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91"/>
          <p:cNvSpPr/>
          <p:nvPr>
            <p:ph idx="2" type="pic"/>
          </p:nvPr>
        </p:nvSpPr>
        <p:spPr>
          <a:xfrm>
            <a:off x="3395663" y="0"/>
            <a:ext cx="8796337" cy="6858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851" name="Google Shape;851;p91"/>
          <p:cNvSpPr txBox="1"/>
          <p:nvPr>
            <p:ph type="title"/>
          </p:nvPr>
        </p:nvSpPr>
        <p:spPr>
          <a:xfrm>
            <a:off x="694799" y="673200"/>
            <a:ext cx="2520951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2" name="Google Shape;852;p91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3" name="Google Shape;853;p91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54" name="Google Shape;854;p91"/>
          <p:cNvSpPr txBox="1"/>
          <p:nvPr>
            <p:ph idx="1" type="body"/>
          </p:nvPr>
        </p:nvSpPr>
        <p:spPr>
          <a:xfrm>
            <a:off x="694800" y="3434400"/>
            <a:ext cx="2521416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5" name="Google Shape;855;p91"/>
          <p:cNvSpPr txBox="1"/>
          <p:nvPr>
            <p:ph idx="3" type="body"/>
          </p:nvPr>
        </p:nvSpPr>
        <p:spPr>
          <a:xfrm>
            <a:off x="694801" y="3792802"/>
            <a:ext cx="2520950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6" name="Google Shape;856;p91"/>
          <p:cNvSpPr txBox="1"/>
          <p:nvPr>
            <p:ph idx="4" type="body"/>
          </p:nvPr>
        </p:nvSpPr>
        <p:spPr>
          <a:xfrm>
            <a:off x="694800" y="4871508"/>
            <a:ext cx="2521416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7" name="Google Shape;857;p91"/>
          <p:cNvSpPr txBox="1"/>
          <p:nvPr>
            <p:ph idx="5" type="body"/>
          </p:nvPr>
        </p:nvSpPr>
        <p:spPr>
          <a:xfrm>
            <a:off x="694801" y="5231870"/>
            <a:ext cx="2520950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8" name="Google Shape;858;p91"/>
          <p:cNvSpPr txBox="1"/>
          <p:nvPr>
            <p:ph idx="6" type="body"/>
          </p:nvPr>
        </p:nvSpPr>
        <p:spPr>
          <a:xfrm>
            <a:off x="3395198" y="61380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9" name="Google Shape;859;p91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Description automatically generated" id="860" name="Google Shape;860;p9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91"/>
          <p:cNvSpPr txBox="1"/>
          <p:nvPr>
            <p:ph idx="7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Stats">
  <p:cSld name="8_Stats">
    <p:bg>
      <p:bgPr>
        <a:solidFill>
          <a:schemeClr val="dk2"/>
        </a:solidFill>
      </p:bgPr>
    </p:bg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92"/>
          <p:cNvSpPr/>
          <p:nvPr>
            <p:ph idx="2" type="pic"/>
          </p:nvPr>
        </p:nvSpPr>
        <p:spPr>
          <a:xfrm>
            <a:off x="3395663" y="0"/>
            <a:ext cx="8796337" cy="6858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864" name="Google Shape;864;p92"/>
          <p:cNvSpPr txBox="1"/>
          <p:nvPr>
            <p:ph type="title"/>
          </p:nvPr>
        </p:nvSpPr>
        <p:spPr>
          <a:xfrm>
            <a:off x="694799" y="673200"/>
            <a:ext cx="2520001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5" name="Google Shape;865;p92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6" name="Google Shape;866;p92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7" name="Google Shape;867;p92"/>
          <p:cNvSpPr txBox="1"/>
          <p:nvPr>
            <p:ph idx="1" type="body"/>
          </p:nvPr>
        </p:nvSpPr>
        <p:spPr>
          <a:xfrm>
            <a:off x="694800" y="1989139"/>
            <a:ext cx="2520000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8" name="Google Shape;868;p92"/>
          <p:cNvSpPr txBox="1"/>
          <p:nvPr>
            <p:ph idx="3" type="body"/>
          </p:nvPr>
        </p:nvSpPr>
        <p:spPr>
          <a:xfrm>
            <a:off x="694858" y="2349501"/>
            <a:ext cx="2520000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9" name="Google Shape;869;p92"/>
          <p:cNvSpPr txBox="1"/>
          <p:nvPr>
            <p:ph idx="4" type="body"/>
          </p:nvPr>
        </p:nvSpPr>
        <p:spPr>
          <a:xfrm>
            <a:off x="694800" y="3434400"/>
            <a:ext cx="2520000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0" name="Google Shape;870;p92"/>
          <p:cNvSpPr txBox="1"/>
          <p:nvPr>
            <p:ph idx="5" type="body"/>
          </p:nvPr>
        </p:nvSpPr>
        <p:spPr>
          <a:xfrm>
            <a:off x="694800" y="3792802"/>
            <a:ext cx="2520000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1" name="Google Shape;871;p92"/>
          <p:cNvSpPr txBox="1"/>
          <p:nvPr>
            <p:ph idx="6" type="body"/>
          </p:nvPr>
        </p:nvSpPr>
        <p:spPr>
          <a:xfrm>
            <a:off x="694800" y="4871508"/>
            <a:ext cx="2520000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2" name="Google Shape;872;p92"/>
          <p:cNvSpPr txBox="1"/>
          <p:nvPr>
            <p:ph idx="7" type="body"/>
          </p:nvPr>
        </p:nvSpPr>
        <p:spPr>
          <a:xfrm>
            <a:off x="694800" y="5231870"/>
            <a:ext cx="2520000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3" name="Google Shape;873;p92"/>
          <p:cNvSpPr txBox="1"/>
          <p:nvPr>
            <p:ph idx="8" type="body"/>
          </p:nvPr>
        </p:nvSpPr>
        <p:spPr>
          <a:xfrm>
            <a:off x="3395198" y="61380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4" name="Google Shape;874;p92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Description automatically generated" id="875" name="Google Shape;875;p9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92"/>
          <p:cNvSpPr txBox="1"/>
          <p:nvPr>
            <p:ph idx="9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Stats">
  <p:cSld name="9_Stats">
    <p:bg>
      <p:bgPr>
        <a:solidFill>
          <a:schemeClr val="dk2"/>
        </a:solidFill>
      </p:bgPr>
    </p:bg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93"/>
          <p:cNvSpPr/>
          <p:nvPr>
            <p:ph idx="2" type="pic"/>
          </p:nvPr>
        </p:nvSpPr>
        <p:spPr>
          <a:xfrm>
            <a:off x="6104299" y="0"/>
            <a:ext cx="6087701" cy="6858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879" name="Google Shape;879;p93"/>
          <p:cNvSpPr txBox="1"/>
          <p:nvPr>
            <p:ph type="title"/>
          </p:nvPr>
        </p:nvSpPr>
        <p:spPr>
          <a:xfrm>
            <a:off x="694800" y="673200"/>
            <a:ext cx="5221814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0" name="Google Shape;880;p93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1" name="Google Shape;881;p93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82" name="Google Shape;882;p93"/>
          <p:cNvSpPr txBox="1"/>
          <p:nvPr>
            <p:ph idx="1" type="body"/>
          </p:nvPr>
        </p:nvSpPr>
        <p:spPr>
          <a:xfrm>
            <a:off x="3399782" y="3434400"/>
            <a:ext cx="2521416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3" name="Google Shape;883;p93"/>
          <p:cNvSpPr txBox="1"/>
          <p:nvPr>
            <p:ph idx="3" type="body"/>
          </p:nvPr>
        </p:nvSpPr>
        <p:spPr>
          <a:xfrm>
            <a:off x="3399783" y="3794400"/>
            <a:ext cx="2520950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4" name="Google Shape;884;p93"/>
          <p:cNvSpPr txBox="1"/>
          <p:nvPr>
            <p:ph idx="4" type="body"/>
          </p:nvPr>
        </p:nvSpPr>
        <p:spPr>
          <a:xfrm>
            <a:off x="3399782" y="4870800"/>
            <a:ext cx="2521416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5" name="Google Shape;885;p93"/>
          <p:cNvSpPr txBox="1"/>
          <p:nvPr>
            <p:ph idx="5" type="body"/>
          </p:nvPr>
        </p:nvSpPr>
        <p:spPr>
          <a:xfrm>
            <a:off x="3399783" y="5230800"/>
            <a:ext cx="2520950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6" name="Google Shape;886;p93"/>
          <p:cNvSpPr txBox="1"/>
          <p:nvPr>
            <p:ph idx="6" type="body"/>
          </p:nvPr>
        </p:nvSpPr>
        <p:spPr>
          <a:xfrm>
            <a:off x="3401730" y="1990800"/>
            <a:ext cx="2521416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7" name="Google Shape;887;p93"/>
          <p:cNvSpPr txBox="1"/>
          <p:nvPr>
            <p:ph idx="7" type="body"/>
          </p:nvPr>
        </p:nvSpPr>
        <p:spPr>
          <a:xfrm>
            <a:off x="3401731" y="2350800"/>
            <a:ext cx="2520950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8" name="Google Shape;888;p93"/>
          <p:cNvSpPr txBox="1"/>
          <p:nvPr>
            <p:ph idx="8" type="body"/>
          </p:nvPr>
        </p:nvSpPr>
        <p:spPr>
          <a:xfrm>
            <a:off x="694800" y="1989139"/>
            <a:ext cx="2521417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9" name="Google Shape;889;p93"/>
          <p:cNvSpPr txBox="1"/>
          <p:nvPr>
            <p:ph idx="9" type="body"/>
          </p:nvPr>
        </p:nvSpPr>
        <p:spPr>
          <a:xfrm>
            <a:off x="694858" y="2349501"/>
            <a:ext cx="2520951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0" name="Google Shape;890;p93"/>
          <p:cNvSpPr txBox="1"/>
          <p:nvPr>
            <p:ph idx="13" type="body"/>
          </p:nvPr>
        </p:nvSpPr>
        <p:spPr>
          <a:xfrm>
            <a:off x="694800" y="3434400"/>
            <a:ext cx="2521417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1" name="Google Shape;891;p93"/>
          <p:cNvSpPr txBox="1"/>
          <p:nvPr>
            <p:ph idx="14" type="body"/>
          </p:nvPr>
        </p:nvSpPr>
        <p:spPr>
          <a:xfrm>
            <a:off x="694800" y="3792802"/>
            <a:ext cx="2520951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2" name="Google Shape;892;p93"/>
          <p:cNvSpPr txBox="1"/>
          <p:nvPr>
            <p:ph idx="15" type="body"/>
          </p:nvPr>
        </p:nvSpPr>
        <p:spPr>
          <a:xfrm>
            <a:off x="694800" y="4871508"/>
            <a:ext cx="2521417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3" name="Google Shape;893;p93"/>
          <p:cNvSpPr txBox="1"/>
          <p:nvPr>
            <p:ph idx="16" type="body"/>
          </p:nvPr>
        </p:nvSpPr>
        <p:spPr>
          <a:xfrm>
            <a:off x="694800" y="5231870"/>
            <a:ext cx="2520951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4" name="Google Shape;894;p93"/>
          <p:cNvSpPr txBox="1"/>
          <p:nvPr>
            <p:ph idx="17" type="body"/>
          </p:nvPr>
        </p:nvSpPr>
        <p:spPr>
          <a:xfrm>
            <a:off x="6103775" y="61380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5" name="Google Shape;895;p93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Description automatically generated" id="896" name="Google Shape;896;p9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93"/>
          <p:cNvSpPr txBox="1"/>
          <p:nvPr>
            <p:ph idx="18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Stats">
  <p:cSld name="10_Stats">
    <p:bg>
      <p:bgPr>
        <a:solidFill>
          <a:schemeClr val="dk2"/>
        </a:solidFill>
      </p:bgPr>
    </p:bg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94"/>
          <p:cNvSpPr/>
          <p:nvPr>
            <p:ph idx="2" type="pic"/>
          </p:nvPr>
        </p:nvSpPr>
        <p:spPr>
          <a:xfrm>
            <a:off x="8796338" y="0"/>
            <a:ext cx="3395662" cy="6857999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900" name="Google Shape;900;p94"/>
          <p:cNvSpPr txBox="1"/>
          <p:nvPr>
            <p:ph type="title"/>
          </p:nvPr>
        </p:nvSpPr>
        <p:spPr>
          <a:xfrm>
            <a:off x="694799" y="673200"/>
            <a:ext cx="7922151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1" name="Google Shape;901;p94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2" name="Google Shape;902;p94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3" name="Google Shape;903;p94"/>
          <p:cNvSpPr txBox="1"/>
          <p:nvPr>
            <p:ph idx="1" type="body"/>
          </p:nvPr>
        </p:nvSpPr>
        <p:spPr>
          <a:xfrm>
            <a:off x="3399782" y="3434400"/>
            <a:ext cx="2521416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4" name="Google Shape;904;p94"/>
          <p:cNvSpPr txBox="1"/>
          <p:nvPr>
            <p:ph idx="3" type="body"/>
          </p:nvPr>
        </p:nvSpPr>
        <p:spPr>
          <a:xfrm>
            <a:off x="3399783" y="3794400"/>
            <a:ext cx="2520950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5" name="Google Shape;905;p94"/>
          <p:cNvSpPr txBox="1"/>
          <p:nvPr>
            <p:ph idx="4" type="body"/>
          </p:nvPr>
        </p:nvSpPr>
        <p:spPr>
          <a:xfrm>
            <a:off x="3399782" y="4870800"/>
            <a:ext cx="2521416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6" name="Google Shape;906;p94"/>
          <p:cNvSpPr txBox="1"/>
          <p:nvPr>
            <p:ph idx="5" type="body"/>
          </p:nvPr>
        </p:nvSpPr>
        <p:spPr>
          <a:xfrm>
            <a:off x="3399783" y="5230800"/>
            <a:ext cx="2520950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7" name="Google Shape;907;p94"/>
          <p:cNvSpPr txBox="1"/>
          <p:nvPr>
            <p:ph idx="6" type="body"/>
          </p:nvPr>
        </p:nvSpPr>
        <p:spPr>
          <a:xfrm>
            <a:off x="3401730" y="1990800"/>
            <a:ext cx="2521416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8" name="Google Shape;908;p94"/>
          <p:cNvSpPr txBox="1"/>
          <p:nvPr>
            <p:ph idx="7" type="body"/>
          </p:nvPr>
        </p:nvSpPr>
        <p:spPr>
          <a:xfrm>
            <a:off x="3401731" y="2350800"/>
            <a:ext cx="2520950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9" name="Google Shape;909;p94"/>
          <p:cNvSpPr txBox="1"/>
          <p:nvPr>
            <p:ph idx="8" type="body"/>
          </p:nvPr>
        </p:nvSpPr>
        <p:spPr>
          <a:xfrm>
            <a:off x="694800" y="1989139"/>
            <a:ext cx="2521417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0" name="Google Shape;910;p94"/>
          <p:cNvSpPr txBox="1"/>
          <p:nvPr>
            <p:ph idx="9" type="body"/>
          </p:nvPr>
        </p:nvSpPr>
        <p:spPr>
          <a:xfrm>
            <a:off x="694858" y="2349501"/>
            <a:ext cx="2520951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1" name="Google Shape;911;p94"/>
          <p:cNvSpPr txBox="1"/>
          <p:nvPr>
            <p:ph idx="13" type="body"/>
          </p:nvPr>
        </p:nvSpPr>
        <p:spPr>
          <a:xfrm>
            <a:off x="694800" y="3434400"/>
            <a:ext cx="2521417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2" name="Google Shape;912;p94"/>
          <p:cNvSpPr txBox="1"/>
          <p:nvPr>
            <p:ph idx="14" type="body"/>
          </p:nvPr>
        </p:nvSpPr>
        <p:spPr>
          <a:xfrm>
            <a:off x="694800" y="3792802"/>
            <a:ext cx="2520951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3" name="Google Shape;913;p94"/>
          <p:cNvSpPr txBox="1"/>
          <p:nvPr>
            <p:ph idx="15" type="body"/>
          </p:nvPr>
        </p:nvSpPr>
        <p:spPr>
          <a:xfrm>
            <a:off x="694800" y="4871508"/>
            <a:ext cx="2521417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4" name="Google Shape;914;p94"/>
          <p:cNvSpPr txBox="1"/>
          <p:nvPr>
            <p:ph idx="16" type="body"/>
          </p:nvPr>
        </p:nvSpPr>
        <p:spPr>
          <a:xfrm>
            <a:off x="694800" y="5231870"/>
            <a:ext cx="2520951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5" name="Google Shape;915;p94"/>
          <p:cNvSpPr txBox="1"/>
          <p:nvPr>
            <p:ph idx="17" type="body"/>
          </p:nvPr>
        </p:nvSpPr>
        <p:spPr>
          <a:xfrm>
            <a:off x="6114023" y="3433138"/>
            <a:ext cx="2521416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6" name="Google Shape;916;p94"/>
          <p:cNvSpPr txBox="1"/>
          <p:nvPr>
            <p:ph idx="18" type="body"/>
          </p:nvPr>
        </p:nvSpPr>
        <p:spPr>
          <a:xfrm>
            <a:off x="6114024" y="3793138"/>
            <a:ext cx="2520950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7" name="Google Shape;917;p94"/>
          <p:cNvSpPr txBox="1"/>
          <p:nvPr>
            <p:ph idx="19" type="body"/>
          </p:nvPr>
        </p:nvSpPr>
        <p:spPr>
          <a:xfrm>
            <a:off x="6114023" y="4869538"/>
            <a:ext cx="2521416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8" name="Google Shape;918;p94"/>
          <p:cNvSpPr txBox="1"/>
          <p:nvPr>
            <p:ph idx="20" type="body"/>
          </p:nvPr>
        </p:nvSpPr>
        <p:spPr>
          <a:xfrm>
            <a:off x="6114024" y="5229538"/>
            <a:ext cx="2520950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9" name="Google Shape;919;p94"/>
          <p:cNvSpPr txBox="1"/>
          <p:nvPr>
            <p:ph idx="21" type="body"/>
          </p:nvPr>
        </p:nvSpPr>
        <p:spPr>
          <a:xfrm>
            <a:off x="6115971" y="1989538"/>
            <a:ext cx="2521416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0" name="Google Shape;920;p94"/>
          <p:cNvSpPr txBox="1"/>
          <p:nvPr>
            <p:ph idx="22" type="body"/>
          </p:nvPr>
        </p:nvSpPr>
        <p:spPr>
          <a:xfrm>
            <a:off x="6115972" y="2349538"/>
            <a:ext cx="2520950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1" name="Google Shape;921;p94"/>
          <p:cNvSpPr txBox="1"/>
          <p:nvPr>
            <p:ph idx="23" type="body"/>
          </p:nvPr>
        </p:nvSpPr>
        <p:spPr>
          <a:xfrm>
            <a:off x="8796338" y="6141349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2" name="Google Shape;922;p94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Description automatically generated" id="923" name="Google Shape;923;p9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94"/>
          <p:cNvSpPr txBox="1"/>
          <p:nvPr>
            <p:ph idx="24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Stats">
  <p:cSld name="11_Stats"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95"/>
          <p:cNvSpPr txBox="1"/>
          <p:nvPr>
            <p:ph type="title"/>
          </p:nvPr>
        </p:nvSpPr>
        <p:spPr>
          <a:xfrm>
            <a:off x="1772948" y="1992365"/>
            <a:ext cx="8642350" cy="1705705"/>
          </a:xfrm>
          <a:prstGeom prst="rect">
            <a:avLst/>
          </a:prstGeom>
          <a:noFill/>
          <a:ln>
            <a:noFill/>
          </a:ln>
        </p:spPr>
        <p:txBody>
          <a:bodyPr anchorCtr="1" anchor="b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7" name="Google Shape;927;p95"/>
          <p:cNvSpPr txBox="1"/>
          <p:nvPr>
            <p:ph idx="1" type="body"/>
          </p:nvPr>
        </p:nvSpPr>
        <p:spPr>
          <a:xfrm>
            <a:off x="1772948" y="3801600"/>
            <a:ext cx="8642350" cy="1439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928" name="Google Shape;928;p95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9" name="Google Shape;929;p95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0" name="Google Shape;930;p95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931" name="Google Shape;931;p95"/>
          <p:cNvSpPr txBox="1"/>
          <p:nvPr>
            <p:ph idx="2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Stats">
  <p:cSld name="12_Stats"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96"/>
          <p:cNvSpPr/>
          <p:nvPr>
            <p:ph idx="2" type="pic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934" name="Google Shape;934;p96"/>
          <p:cNvSpPr txBox="1"/>
          <p:nvPr>
            <p:ph type="title"/>
          </p:nvPr>
        </p:nvSpPr>
        <p:spPr>
          <a:xfrm>
            <a:off x="1772948" y="1992365"/>
            <a:ext cx="8642350" cy="1705705"/>
          </a:xfrm>
          <a:prstGeom prst="rect">
            <a:avLst/>
          </a:prstGeom>
          <a:noFill/>
          <a:ln>
            <a:noFill/>
          </a:ln>
        </p:spPr>
        <p:txBody>
          <a:bodyPr anchorCtr="1" anchor="b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Arial"/>
              <a:buNone/>
              <a:defRPr sz="9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5" name="Google Shape;935;p96"/>
          <p:cNvSpPr txBox="1"/>
          <p:nvPr>
            <p:ph idx="1" type="body"/>
          </p:nvPr>
        </p:nvSpPr>
        <p:spPr>
          <a:xfrm>
            <a:off x="1772948" y="3801600"/>
            <a:ext cx="8642350" cy="1439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936" name="Google Shape;936;p96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7" name="Google Shape;937;p96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A black and white logo&#10;&#10;Description automatically generated" id="938" name="Google Shape;938;p9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p96"/>
          <p:cNvSpPr txBox="1"/>
          <p:nvPr>
            <p:ph idx="3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Stats">
  <p:cSld name="13_Stats"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97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2" name="Google Shape;942;p97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3" name="Google Shape;943;p97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44" name="Google Shape;944;p97"/>
          <p:cNvSpPr/>
          <p:nvPr/>
        </p:nvSpPr>
        <p:spPr>
          <a:xfrm>
            <a:off x="6184800" y="1627200"/>
            <a:ext cx="5310000" cy="4322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97"/>
          <p:cNvSpPr/>
          <p:nvPr/>
        </p:nvSpPr>
        <p:spPr>
          <a:xfrm>
            <a:off x="694800" y="1627200"/>
            <a:ext cx="5310000" cy="4322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97"/>
          <p:cNvSpPr txBox="1"/>
          <p:nvPr>
            <p:ph idx="1" type="body"/>
          </p:nvPr>
        </p:nvSpPr>
        <p:spPr>
          <a:xfrm>
            <a:off x="7387200" y="4508663"/>
            <a:ext cx="2880000" cy="109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7" name="Google Shape;947;p97"/>
          <p:cNvSpPr txBox="1"/>
          <p:nvPr>
            <p:ph idx="2" type="body"/>
          </p:nvPr>
        </p:nvSpPr>
        <p:spPr>
          <a:xfrm>
            <a:off x="7388073" y="3196856"/>
            <a:ext cx="2880000" cy="71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8" name="Google Shape;948;p97"/>
          <p:cNvSpPr txBox="1"/>
          <p:nvPr>
            <p:ph idx="3" type="body"/>
          </p:nvPr>
        </p:nvSpPr>
        <p:spPr>
          <a:xfrm>
            <a:off x="1909383" y="4510317"/>
            <a:ext cx="2880000" cy="109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9" name="Google Shape;949;p97"/>
          <p:cNvSpPr txBox="1"/>
          <p:nvPr>
            <p:ph idx="4" type="body"/>
          </p:nvPr>
        </p:nvSpPr>
        <p:spPr>
          <a:xfrm>
            <a:off x="1909383" y="3196856"/>
            <a:ext cx="2880000" cy="71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0" name="Google Shape;950;p97"/>
          <p:cNvSpPr txBox="1"/>
          <p:nvPr>
            <p:ph idx="5" type="body"/>
          </p:nvPr>
        </p:nvSpPr>
        <p:spPr>
          <a:xfrm>
            <a:off x="7387200" y="3838101"/>
            <a:ext cx="2880000" cy="5418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1" name="Google Shape;951;p97"/>
          <p:cNvSpPr txBox="1"/>
          <p:nvPr>
            <p:ph idx="6" type="body"/>
          </p:nvPr>
        </p:nvSpPr>
        <p:spPr>
          <a:xfrm>
            <a:off x="1908000" y="3838430"/>
            <a:ext cx="2880000" cy="5418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2" name="Google Shape;952;p97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953" name="Google Shape;953;p97"/>
          <p:cNvSpPr txBox="1"/>
          <p:nvPr>
            <p:ph idx="7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Stats">
  <p:cSld name="14_Stats"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98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6" name="Google Shape;956;p98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7" name="Google Shape;957;p98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58" name="Google Shape;958;p98"/>
          <p:cNvSpPr/>
          <p:nvPr/>
        </p:nvSpPr>
        <p:spPr>
          <a:xfrm>
            <a:off x="694800" y="1627200"/>
            <a:ext cx="2566800" cy="432129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98"/>
          <p:cNvSpPr/>
          <p:nvPr>
            <p:ph idx="2" type="pic"/>
          </p:nvPr>
        </p:nvSpPr>
        <p:spPr>
          <a:xfrm>
            <a:off x="3437042" y="1627811"/>
            <a:ext cx="8059634" cy="4322139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960" name="Google Shape;960;p98"/>
          <p:cNvSpPr txBox="1"/>
          <p:nvPr>
            <p:ph idx="1" type="body"/>
          </p:nvPr>
        </p:nvSpPr>
        <p:spPr>
          <a:xfrm>
            <a:off x="812693" y="4510317"/>
            <a:ext cx="2340000" cy="109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1" name="Google Shape;961;p98"/>
          <p:cNvSpPr txBox="1"/>
          <p:nvPr>
            <p:ph idx="3" type="body"/>
          </p:nvPr>
        </p:nvSpPr>
        <p:spPr>
          <a:xfrm>
            <a:off x="812693" y="3196856"/>
            <a:ext cx="2340000" cy="71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2" name="Google Shape;962;p98"/>
          <p:cNvSpPr txBox="1"/>
          <p:nvPr>
            <p:ph idx="4" type="body"/>
          </p:nvPr>
        </p:nvSpPr>
        <p:spPr>
          <a:xfrm>
            <a:off x="811310" y="3838430"/>
            <a:ext cx="2340000" cy="5418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3" name="Google Shape;963;p98"/>
          <p:cNvSpPr txBox="1"/>
          <p:nvPr>
            <p:ph idx="5" type="body"/>
          </p:nvPr>
        </p:nvSpPr>
        <p:spPr>
          <a:xfrm>
            <a:off x="3437042" y="5228496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4" name="Google Shape;964;p98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965" name="Google Shape;965;p98"/>
          <p:cNvSpPr txBox="1"/>
          <p:nvPr>
            <p:ph idx="6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Stats">
  <p:cSld name="15_Stats"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99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8" name="Google Shape;968;p99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9" name="Google Shape;969;p99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70" name="Google Shape;970;p99"/>
          <p:cNvSpPr/>
          <p:nvPr/>
        </p:nvSpPr>
        <p:spPr>
          <a:xfrm>
            <a:off x="694800" y="1627200"/>
            <a:ext cx="2566800" cy="4322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99"/>
          <p:cNvSpPr/>
          <p:nvPr/>
        </p:nvSpPr>
        <p:spPr>
          <a:xfrm>
            <a:off x="3439200" y="1627200"/>
            <a:ext cx="2566800" cy="4322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99"/>
          <p:cNvSpPr/>
          <p:nvPr>
            <p:ph idx="2" type="pic"/>
          </p:nvPr>
        </p:nvSpPr>
        <p:spPr>
          <a:xfrm>
            <a:off x="6183601" y="1627811"/>
            <a:ext cx="5313074" cy="4323593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973" name="Google Shape;973;p99"/>
          <p:cNvSpPr txBox="1"/>
          <p:nvPr>
            <p:ph idx="1" type="body"/>
          </p:nvPr>
        </p:nvSpPr>
        <p:spPr>
          <a:xfrm>
            <a:off x="3557102" y="4510317"/>
            <a:ext cx="2340000" cy="109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4" name="Google Shape;974;p99"/>
          <p:cNvSpPr txBox="1"/>
          <p:nvPr>
            <p:ph idx="3" type="body"/>
          </p:nvPr>
        </p:nvSpPr>
        <p:spPr>
          <a:xfrm>
            <a:off x="3557102" y="3196856"/>
            <a:ext cx="2340000" cy="71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5" name="Google Shape;975;p99"/>
          <p:cNvSpPr txBox="1"/>
          <p:nvPr>
            <p:ph idx="4" type="body"/>
          </p:nvPr>
        </p:nvSpPr>
        <p:spPr>
          <a:xfrm>
            <a:off x="3555719" y="3838430"/>
            <a:ext cx="2340000" cy="5418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6" name="Google Shape;976;p99"/>
          <p:cNvSpPr txBox="1"/>
          <p:nvPr>
            <p:ph idx="5" type="body"/>
          </p:nvPr>
        </p:nvSpPr>
        <p:spPr>
          <a:xfrm>
            <a:off x="812693" y="4510317"/>
            <a:ext cx="2340000" cy="109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7" name="Google Shape;977;p99"/>
          <p:cNvSpPr txBox="1"/>
          <p:nvPr>
            <p:ph idx="6" type="body"/>
          </p:nvPr>
        </p:nvSpPr>
        <p:spPr>
          <a:xfrm>
            <a:off x="812693" y="3196856"/>
            <a:ext cx="2340000" cy="71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8" name="Google Shape;978;p99"/>
          <p:cNvSpPr txBox="1"/>
          <p:nvPr>
            <p:ph idx="7" type="body"/>
          </p:nvPr>
        </p:nvSpPr>
        <p:spPr>
          <a:xfrm>
            <a:off x="811310" y="3838430"/>
            <a:ext cx="2340000" cy="5418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9" name="Google Shape;979;p99"/>
          <p:cNvSpPr txBox="1"/>
          <p:nvPr>
            <p:ph idx="8" type="body"/>
          </p:nvPr>
        </p:nvSpPr>
        <p:spPr>
          <a:xfrm>
            <a:off x="6183600" y="522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0" name="Google Shape;980;p99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981" name="Google Shape;981;p99"/>
          <p:cNvSpPr txBox="1"/>
          <p:nvPr>
            <p:ph idx="9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Stats">
  <p:cSld name="16_Stats"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100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4" name="Google Shape;984;p100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5" name="Google Shape;985;p100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86" name="Google Shape;986;p100"/>
          <p:cNvSpPr/>
          <p:nvPr/>
        </p:nvSpPr>
        <p:spPr>
          <a:xfrm>
            <a:off x="8928000" y="1627200"/>
            <a:ext cx="2566799" cy="432129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100"/>
          <p:cNvSpPr/>
          <p:nvPr/>
        </p:nvSpPr>
        <p:spPr>
          <a:xfrm>
            <a:off x="694800" y="1627200"/>
            <a:ext cx="2566800" cy="432129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100"/>
          <p:cNvSpPr/>
          <p:nvPr>
            <p:ph idx="2" type="pic"/>
          </p:nvPr>
        </p:nvSpPr>
        <p:spPr>
          <a:xfrm>
            <a:off x="3437042" y="1627811"/>
            <a:ext cx="5313358" cy="4322139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989" name="Google Shape;989;p100"/>
          <p:cNvSpPr txBox="1"/>
          <p:nvPr>
            <p:ph idx="1" type="body"/>
          </p:nvPr>
        </p:nvSpPr>
        <p:spPr>
          <a:xfrm>
            <a:off x="812693" y="4510317"/>
            <a:ext cx="2340000" cy="109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0" name="Google Shape;990;p100"/>
          <p:cNvSpPr txBox="1"/>
          <p:nvPr>
            <p:ph idx="3" type="body"/>
          </p:nvPr>
        </p:nvSpPr>
        <p:spPr>
          <a:xfrm>
            <a:off x="812693" y="3196856"/>
            <a:ext cx="2340000" cy="71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1" name="Google Shape;991;p100"/>
          <p:cNvSpPr txBox="1"/>
          <p:nvPr>
            <p:ph idx="4" type="body"/>
          </p:nvPr>
        </p:nvSpPr>
        <p:spPr>
          <a:xfrm>
            <a:off x="811310" y="3838430"/>
            <a:ext cx="2340000" cy="5418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2" name="Google Shape;992;p100"/>
          <p:cNvSpPr txBox="1"/>
          <p:nvPr>
            <p:ph idx="5" type="body"/>
          </p:nvPr>
        </p:nvSpPr>
        <p:spPr>
          <a:xfrm>
            <a:off x="9052032" y="4510317"/>
            <a:ext cx="2340000" cy="109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3" name="Google Shape;993;p100"/>
          <p:cNvSpPr txBox="1"/>
          <p:nvPr>
            <p:ph idx="6" type="body"/>
          </p:nvPr>
        </p:nvSpPr>
        <p:spPr>
          <a:xfrm>
            <a:off x="9052032" y="3196856"/>
            <a:ext cx="2340000" cy="71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4" name="Google Shape;994;p100"/>
          <p:cNvSpPr txBox="1"/>
          <p:nvPr>
            <p:ph idx="7" type="body"/>
          </p:nvPr>
        </p:nvSpPr>
        <p:spPr>
          <a:xfrm>
            <a:off x="9050649" y="3838430"/>
            <a:ext cx="2340000" cy="5418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5" name="Google Shape;995;p100"/>
          <p:cNvSpPr txBox="1"/>
          <p:nvPr>
            <p:ph idx="8" type="body"/>
          </p:nvPr>
        </p:nvSpPr>
        <p:spPr>
          <a:xfrm>
            <a:off x="3437042" y="5228496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6" name="Google Shape;996;p100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997" name="Google Shape;997;p100"/>
          <p:cNvSpPr txBox="1"/>
          <p:nvPr>
            <p:ph idx="9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Stats">
  <p:cSld name="17_Stats"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101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0" name="Google Shape;1000;p101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1" name="Google Shape;1001;p101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2" name="Google Shape;1002;p101"/>
          <p:cNvSpPr/>
          <p:nvPr/>
        </p:nvSpPr>
        <p:spPr>
          <a:xfrm>
            <a:off x="4354200" y="1627200"/>
            <a:ext cx="3481200" cy="4322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101"/>
          <p:cNvSpPr/>
          <p:nvPr/>
        </p:nvSpPr>
        <p:spPr>
          <a:xfrm>
            <a:off x="8013600" y="1627200"/>
            <a:ext cx="3481200" cy="43227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101"/>
          <p:cNvSpPr/>
          <p:nvPr/>
        </p:nvSpPr>
        <p:spPr>
          <a:xfrm>
            <a:off x="694800" y="1627200"/>
            <a:ext cx="3481200" cy="43227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101"/>
          <p:cNvSpPr txBox="1"/>
          <p:nvPr>
            <p:ph idx="1" type="body"/>
          </p:nvPr>
        </p:nvSpPr>
        <p:spPr>
          <a:xfrm>
            <a:off x="997520" y="4510317"/>
            <a:ext cx="2880000" cy="109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6" name="Google Shape;1006;p101"/>
          <p:cNvSpPr txBox="1"/>
          <p:nvPr>
            <p:ph idx="2" type="body"/>
          </p:nvPr>
        </p:nvSpPr>
        <p:spPr>
          <a:xfrm>
            <a:off x="997520" y="3196856"/>
            <a:ext cx="2880000" cy="71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7" name="Google Shape;1007;p101"/>
          <p:cNvSpPr txBox="1"/>
          <p:nvPr>
            <p:ph idx="3" type="body"/>
          </p:nvPr>
        </p:nvSpPr>
        <p:spPr>
          <a:xfrm>
            <a:off x="996137" y="3838430"/>
            <a:ext cx="2880000" cy="5418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8" name="Google Shape;1008;p101"/>
          <p:cNvSpPr txBox="1"/>
          <p:nvPr>
            <p:ph idx="4" type="body"/>
          </p:nvPr>
        </p:nvSpPr>
        <p:spPr>
          <a:xfrm>
            <a:off x="4672461" y="4510317"/>
            <a:ext cx="2880000" cy="109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9" name="Google Shape;1009;p101"/>
          <p:cNvSpPr txBox="1"/>
          <p:nvPr>
            <p:ph idx="5" type="body"/>
          </p:nvPr>
        </p:nvSpPr>
        <p:spPr>
          <a:xfrm>
            <a:off x="4672461" y="3196856"/>
            <a:ext cx="2880000" cy="71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0" name="Google Shape;1010;p101"/>
          <p:cNvSpPr txBox="1"/>
          <p:nvPr>
            <p:ph idx="6" type="body"/>
          </p:nvPr>
        </p:nvSpPr>
        <p:spPr>
          <a:xfrm>
            <a:off x="4671078" y="3838430"/>
            <a:ext cx="2880000" cy="5418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1" name="Google Shape;1011;p101"/>
          <p:cNvSpPr txBox="1"/>
          <p:nvPr>
            <p:ph idx="7" type="body"/>
          </p:nvPr>
        </p:nvSpPr>
        <p:spPr>
          <a:xfrm>
            <a:off x="8317475" y="4510317"/>
            <a:ext cx="2880000" cy="109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2" name="Google Shape;1012;p101"/>
          <p:cNvSpPr txBox="1"/>
          <p:nvPr>
            <p:ph idx="8" type="body"/>
          </p:nvPr>
        </p:nvSpPr>
        <p:spPr>
          <a:xfrm>
            <a:off x="8317475" y="3196856"/>
            <a:ext cx="2880000" cy="71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3" name="Google Shape;1013;p101"/>
          <p:cNvSpPr txBox="1"/>
          <p:nvPr>
            <p:ph idx="9" type="body"/>
          </p:nvPr>
        </p:nvSpPr>
        <p:spPr>
          <a:xfrm>
            <a:off x="8316092" y="3838430"/>
            <a:ext cx="2880000" cy="5418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4" name="Google Shape;1014;p101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1015" name="Google Shape;1015;p101"/>
          <p:cNvSpPr txBox="1"/>
          <p:nvPr>
            <p:ph idx="13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Stats">
  <p:cSld name="18_Stats"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102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8" name="Google Shape;1018;p102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9" name="Google Shape;1019;p102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20" name="Google Shape;1020;p102"/>
          <p:cNvSpPr/>
          <p:nvPr/>
        </p:nvSpPr>
        <p:spPr>
          <a:xfrm>
            <a:off x="8928000" y="1627200"/>
            <a:ext cx="2566799" cy="43227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102"/>
          <p:cNvSpPr/>
          <p:nvPr/>
        </p:nvSpPr>
        <p:spPr>
          <a:xfrm>
            <a:off x="694800" y="1627200"/>
            <a:ext cx="2566800" cy="43227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102"/>
          <p:cNvSpPr/>
          <p:nvPr/>
        </p:nvSpPr>
        <p:spPr>
          <a:xfrm>
            <a:off x="3439200" y="1627200"/>
            <a:ext cx="2566800" cy="4322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102"/>
          <p:cNvSpPr/>
          <p:nvPr/>
        </p:nvSpPr>
        <p:spPr>
          <a:xfrm>
            <a:off x="6183600" y="1627200"/>
            <a:ext cx="2566800" cy="43227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102"/>
          <p:cNvSpPr txBox="1"/>
          <p:nvPr>
            <p:ph idx="1" type="body"/>
          </p:nvPr>
        </p:nvSpPr>
        <p:spPr>
          <a:xfrm>
            <a:off x="3557102" y="4510317"/>
            <a:ext cx="2340000" cy="109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5" name="Google Shape;1025;p102"/>
          <p:cNvSpPr txBox="1"/>
          <p:nvPr>
            <p:ph idx="2" type="body"/>
          </p:nvPr>
        </p:nvSpPr>
        <p:spPr>
          <a:xfrm>
            <a:off x="3557102" y="3196856"/>
            <a:ext cx="2340000" cy="71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6" name="Google Shape;1026;p102"/>
          <p:cNvSpPr txBox="1"/>
          <p:nvPr>
            <p:ph idx="3" type="body"/>
          </p:nvPr>
        </p:nvSpPr>
        <p:spPr>
          <a:xfrm>
            <a:off x="3555719" y="3838430"/>
            <a:ext cx="2340000" cy="5418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7" name="Google Shape;1027;p102"/>
          <p:cNvSpPr txBox="1"/>
          <p:nvPr>
            <p:ph idx="4" type="body"/>
          </p:nvPr>
        </p:nvSpPr>
        <p:spPr>
          <a:xfrm>
            <a:off x="812693" y="4510317"/>
            <a:ext cx="2340000" cy="109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8" name="Google Shape;1028;p102"/>
          <p:cNvSpPr txBox="1"/>
          <p:nvPr>
            <p:ph idx="5" type="body"/>
          </p:nvPr>
        </p:nvSpPr>
        <p:spPr>
          <a:xfrm>
            <a:off x="812693" y="3196856"/>
            <a:ext cx="2340000" cy="71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9" name="Google Shape;1029;p102"/>
          <p:cNvSpPr txBox="1"/>
          <p:nvPr>
            <p:ph idx="6" type="body"/>
          </p:nvPr>
        </p:nvSpPr>
        <p:spPr>
          <a:xfrm>
            <a:off x="811310" y="3838430"/>
            <a:ext cx="2340000" cy="5418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0" name="Google Shape;1030;p102"/>
          <p:cNvSpPr txBox="1"/>
          <p:nvPr>
            <p:ph idx="7" type="body"/>
          </p:nvPr>
        </p:nvSpPr>
        <p:spPr>
          <a:xfrm>
            <a:off x="6306472" y="4510317"/>
            <a:ext cx="2340000" cy="109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1" name="Google Shape;1031;p102"/>
          <p:cNvSpPr txBox="1"/>
          <p:nvPr>
            <p:ph idx="8" type="body"/>
          </p:nvPr>
        </p:nvSpPr>
        <p:spPr>
          <a:xfrm>
            <a:off x="6306472" y="3196856"/>
            <a:ext cx="2340000" cy="71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2" name="Google Shape;1032;p102"/>
          <p:cNvSpPr txBox="1"/>
          <p:nvPr>
            <p:ph idx="9" type="body"/>
          </p:nvPr>
        </p:nvSpPr>
        <p:spPr>
          <a:xfrm>
            <a:off x="6305089" y="3838430"/>
            <a:ext cx="2340000" cy="5418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3" name="Google Shape;1033;p102"/>
          <p:cNvSpPr txBox="1"/>
          <p:nvPr>
            <p:ph idx="13" type="body"/>
          </p:nvPr>
        </p:nvSpPr>
        <p:spPr>
          <a:xfrm>
            <a:off x="9052032" y="4510317"/>
            <a:ext cx="2340000" cy="109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4" name="Google Shape;1034;p102"/>
          <p:cNvSpPr txBox="1"/>
          <p:nvPr>
            <p:ph idx="14" type="body"/>
          </p:nvPr>
        </p:nvSpPr>
        <p:spPr>
          <a:xfrm>
            <a:off x="9052032" y="3196856"/>
            <a:ext cx="2340000" cy="71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5" name="Google Shape;1035;p102"/>
          <p:cNvSpPr txBox="1"/>
          <p:nvPr>
            <p:ph idx="15" type="body"/>
          </p:nvPr>
        </p:nvSpPr>
        <p:spPr>
          <a:xfrm>
            <a:off x="9050649" y="3838430"/>
            <a:ext cx="2340000" cy="5418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6" name="Google Shape;1036;p102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1037" name="Google Shape;1037;p102"/>
          <p:cNvSpPr txBox="1"/>
          <p:nvPr>
            <p:ph idx="16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Stats">
  <p:cSld name="19_Stats"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103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0" name="Google Shape;1040;p103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1" name="Google Shape;1041;p103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2" name="Google Shape;1042;p103"/>
          <p:cNvSpPr/>
          <p:nvPr/>
        </p:nvSpPr>
        <p:spPr>
          <a:xfrm>
            <a:off x="8928000" y="2708275"/>
            <a:ext cx="2566799" cy="32416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103"/>
          <p:cNvSpPr/>
          <p:nvPr/>
        </p:nvSpPr>
        <p:spPr>
          <a:xfrm>
            <a:off x="694800" y="2708275"/>
            <a:ext cx="2566800" cy="324167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103"/>
          <p:cNvSpPr/>
          <p:nvPr/>
        </p:nvSpPr>
        <p:spPr>
          <a:xfrm>
            <a:off x="3439200" y="2708275"/>
            <a:ext cx="2566800" cy="3241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103"/>
          <p:cNvSpPr/>
          <p:nvPr/>
        </p:nvSpPr>
        <p:spPr>
          <a:xfrm>
            <a:off x="6183600" y="2708275"/>
            <a:ext cx="2566800" cy="324167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103"/>
          <p:cNvSpPr txBox="1"/>
          <p:nvPr>
            <p:ph idx="1" type="body"/>
          </p:nvPr>
        </p:nvSpPr>
        <p:spPr>
          <a:xfrm>
            <a:off x="694800" y="1627201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7" name="Google Shape;1047;p103"/>
          <p:cNvSpPr txBox="1"/>
          <p:nvPr>
            <p:ph idx="2" type="body"/>
          </p:nvPr>
        </p:nvSpPr>
        <p:spPr>
          <a:xfrm>
            <a:off x="3557102" y="4510317"/>
            <a:ext cx="2340000" cy="109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8" name="Google Shape;1048;p103"/>
          <p:cNvSpPr txBox="1"/>
          <p:nvPr>
            <p:ph idx="3" type="body"/>
          </p:nvPr>
        </p:nvSpPr>
        <p:spPr>
          <a:xfrm>
            <a:off x="3557102" y="3196856"/>
            <a:ext cx="2340000" cy="71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9" name="Google Shape;1049;p103"/>
          <p:cNvSpPr txBox="1"/>
          <p:nvPr>
            <p:ph idx="4" type="body"/>
          </p:nvPr>
        </p:nvSpPr>
        <p:spPr>
          <a:xfrm>
            <a:off x="3555719" y="3838430"/>
            <a:ext cx="2340000" cy="5418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0" name="Google Shape;1050;p103"/>
          <p:cNvSpPr txBox="1"/>
          <p:nvPr>
            <p:ph idx="5" type="body"/>
          </p:nvPr>
        </p:nvSpPr>
        <p:spPr>
          <a:xfrm>
            <a:off x="812693" y="4510317"/>
            <a:ext cx="2340000" cy="109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1" name="Google Shape;1051;p103"/>
          <p:cNvSpPr txBox="1"/>
          <p:nvPr>
            <p:ph idx="6" type="body"/>
          </p:nvPr>
        </p:nvSpPr>
        <p:spPr>
          <a:xfrm>
            <a:off x="812693" y="3196856"/>
            <a:ext cx="2340000" cy="71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2" name="Google Shape;1052;p103"/>
          <p:cNvSpPr txBox="1"/>
          <p:nvPr>
            <p:ph idx="7" type="body"/>
          </p:nvPr>
        </p:nvSpPr>
        <p:spPr>
          <a:xfrm>
            <a:off x="811310" y="3838430"/>
            <a:ext cx="2340000" cy="5418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3" name="Google Shape;1053;p103"/>
          <p:cNvSpPr txBox="1"/>
          <p:nvPr>
            <p:ph idx="8" type="body"/>
          </p:nvPr>
        </p:nvSpPr>
        <p:spPr>
          <a:xfrm>
            <a:off x="6306472" y="4510317"/>
            <a:ext cx="2340000" cy="109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4" name="Google Shape;1054;p103"/>
          <p:cNvSpPr txBox="1"/>
          <p:nvPr>
            <p:ph idx="9" type="body"/>
          </p:nvPr>
        </p:nvSpPr>
        <p:spPr>
          <a:xfrm>
            <a:off x="6306472" y="3196856"/>
            <a:ext cx="2340000" cy="71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5" name="Google Shape;1055;p103"/>
          <p:cNvSpPr txBox="1"/>
          <p:nvPr>
            <p:ph idx="13" type="body"/>
          </p:nvPr>
        </p:nvSpPr>
        <p:spPr>
          <a:xfrm>
            <a:off x="6305089" y="3838430"/>
            <a:ext cx="2340000" cy="5418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6" name="Google Shape;1056;p103"/>
          <p:cNvSpPr txBox="1"/>
          <p:nvPr>
            <p:ph idx="14" type="body"/>
          </p:nvPr>
        </p:nvSpPr>
        <p:spPr>
          <a:xfrm>
            <a:off x="9052032" y="4510317"/>
            <a:ext cx="2340000" cy="109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7" name="Google Shape;1057;p103"/>
          <p:cNvSpPr txBox="1"/>
          <p:nvPr>
            <p:ph idx="15" type="body"/>
          </p:nvPr>
        </p:nvSpPr>
        <p:spPr>
          <a:xfrm>
            <a:off x="9052032" y="3196856"/>
            <a:ext cx="2340000" cy="71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8" name="Google Shape;1058;p103"/>
          <p:cNvSpPr txBox="1"/>
          <p:nvPr>
            <p:ph idx="16" type="body"/>
          </p:nvPr>
        </p:nvSpPr>
        <p:spPr>
          <a:xfrm>
            <a:off x="9050649" y="3838430"/>
            <a:ext cx="2340000" cy="5418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9" name="Google Shape;1059;p103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1060" name="Google Shape;1060;p103"/>
          <p:cNvSpPr txBox="1"/>
          <p:nvPr>
            <p:ph idx="17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Stats">
  <p:cSld name="20_Stats"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104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3" name="Google Shape;1063;p104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4" name="Google Shape;1064;p104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65" name="Google Shape;1065;p104"/>
          <p:cNvSpPr/>
          <p:nvPr/>
        </p:nvSpPr>
        <p:spPr>
          <a:xfrm>
            <a:off x="9478800" y="1627200"/>
            <a:ext cx="2015999" cy="43227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104"/>
          <p:cNvSpPr/>
          <p:nvPr/>
        </p:nvSpPr>
        <p:spPr>
          <a:xfrm>
            <a:off x="694800" y="1627200"/>
            <a:ext cx="2016000" cy="4322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104"/>
          <p:cNvSpPr/>
          <p:nvPr/>
        </p:nvSpPr>
        <p:spPr>
          <a:xfrm>
            <a:off x="5086800" y="1627200"/>
            <a:ext cx="2016000" cy="43227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104"/>
          <p:cNvSpPr/>
          <p:nvPr/>
        </p:nvSpPr>
        <p:spPr>
          <a:xfrm>
            <a:off x="7282800" y="1627200"/>
            <a:ext cx="2016000" cy="43227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104"/>
          <p:cNvSpPr/>
          <p:nvPr/>
        </p:nvSpPr>
        <p:spPr>
          <a:xfrm>
            <a:off x="2890800" y="1627200"/>
            <a:ext cx="2016000" cy="4322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104"/>
          <p:cNvSpPr txBox="1"/>
          <p:nvPr>
            <p:ph idx="1" type="body"/>
          </p:nvPr>
        </p:nvSpPr>
        <p:spPr>
          <a:xfrm>
            <a:off x="5127141" y="4510800"/>
            <a:ext cx="1944000" cy="109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1" name="Google Shape;1071;p104"/>
          <p:cNvSpPr txBox="1"/>
          <p:nvPr>
            <p:ph idx="2" type="body"/>
          </p:nvPr>
        </p:nvSpPr>
        <p:spPr>
          <a:xfrm>
            <a:off x="5127141" y="3196800"/>
            <a:ext cx="1944000" cy="71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2" name="Google Shape;1072;p104"/>
          <p:cNvSpPr txBox="1"/>
          <p:nvPr>
            <p:ph idx="3" type="body"/>
          </p:nvPr>
        </p:nvSpPr>
        <p:spPr>
          <a:xfrm>
            <a:off x="5125758" y="3837600"/>
            <a:ext cx="1944000" cy="5418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3" name="Google Shape;1073;p104"/>
          <p:cNvSpPr txBox="1"/>
          <p:nvPr>
            <p:ph idx="4" type="body"/>
          </p:nvPr>
        </p:nvSpPr>
        <p:spPr>
          <a:xfrm>
            <a:off x="7324171" y="4510800"/>
            <a:ext cx="1944000" cy="109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4" name="Google Shape;1074;p104"/>
          <p:cNvSpPr txBox="1"/>
          <p:nvPr>
            <p:ph idx="5" type="body"/>
          </p:nvPr>
        </p:nvSpPr>
        <p:spPr>
          <a:xfrm>
            <a:off x="7324171" y="3196800"/>
            <a:ext cx="1944000" cy="71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5" name="Google Shape;1075;p104"/>
          <p:cNvSpPr txBox="1"/>
          <p:nvPr>
            <p:ph idx="6" type="body"/>
          </p:nvPr>
        </p:nvSpPr>
        <p:spPr>
          <a:xfrm>
            <a:off x="7322788" y="3837600"/>
            <a:ext cx="1944000" cy="5418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6" name="Google Shape;1076;p104"/>
          <p:cNvSpPr txBox="1"/>
          <p:nvPr>
            <p:ph idx="7" type="body"/>
          </p:nvPr>
        </p:nvSpPr>
        <p:spPr>
          <a:xfrm>
            <a:off x="9517304" y="4510800"/>
            <a:ext cx="1944000" cy="109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7" name="Google Shape;1077;p104"/>
          <p:cNvSpPr txBox="1"/>
          <p:nvPr>
            <p:ph idx="8" type="body"/>
          </p:nvPr>
        </p:nvSpPr>
        <p:spPr>
          <a:xfrm>
            <a:off x="9517304" y="3196800"/>
            <a:ext cx="1944000" cy="71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8" name="Google Shape;1078;p104"/>
          <p:cNvSpPr txBox="1"/>
          <p:nvPr>
            <p:ph idx="9" type="body"/>
          </p:nvPr>
        </p:nvSpPr>
        <p:spPr>
          <a:xfrm>
            <a:off x="9515921" y="3837600"/>
            <a:ext cx="1944000" cy="5418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9" name="Google Shape;1079;p104"/>
          <p:cNvSpPr txBox="1"/>
          <p:nvPr>
            <p:ph idx="13" type="body"/>
          </p:nvPr>
        </p:nvSpPr>
        <p:spPr>
          <a:xfrm>
            <a:off x="2935974" y="4510800"/>
            <a:ext cx="1944000" cy="109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0" name="Google Shape;1080;p104"/>
          <p:cNvSpPr txBox="1"/>
          <p:nvPr>
            <p:ph idx="14" type="body"/>
          </p:nvPr>
        </p:nvSpPr>
        <p:spPr>
          <a:xfrm>
            <a:off x="2935974" y="3196800"/>
            <a:ext cx="1944000" cy="71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1" name="Google Shape;1081;p104"/>
          <p:cNvSpPr txBox="1"/>
          <p:nvPr>
            <p:ph idx="15" type="body"/>
          </p:nvPr>
        </p:nvSpPr>
        <p:spPr>
          <a:xfrm>
            <a:off x="2934591" y="3837600"/>
            <a:ext cx="1944000" cy="5418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2" name="Google Shape;1082;p104"/>
          <p:cNvSpPr txBox="1"/>
          <p:nvPr>
            <p:ph idx="16" type="body"/>
          </p:nvPr>
        </p:nvSpPr>
        <p:spPr>
          <a:xfrm>
            <a:off x="734528" y="4510800"/>
            <a:ext cx="1944000" cy="109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3" name="Google Shape;1083;p104"/>
          <p:cNvSpPr txBox="1"/>
          <p:nvPr>
            <p:ph idx="17" type="body"/>
          </p:nvPr>
        </p:nvSpPr>
        <p:spPr>
          <a:xfrm>
            <a:off x="734528" y="3196800"/>
            <a:ext cx="1944000" cy="71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4" name="Google Shape;1084;p104"/>
          <p:cNvSpPr txBox="1"/>
          <p:nvPr>
            <p:ph idx="18" type="body"/>
          </p:nvPr>
        </p:nvSpPr>
        <p:spPr>
          <a:xfrm>
            <a:off x="733145" y="3837600"/>
            <a:ext cx="1944000" cy="5418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5" name="Google Shape;1085;p104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1086" name="Google Shape;1086;p104"/>
          <p:cNvSpPr txBox="1"/>
          <p:nvPr>
            <p:ph idx="19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Stats">
  <p:cSld name="21_Stats"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105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9" name="Google Shape;1089;p105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0" name="Google Shape;1090;p105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91" name="Google Shape;1091;p105"/>
          <p:cNvSpPr/>
          <p:nvPr/>
        </p:nvSpPr>
        <p:spPr>
          <a:xfrm>
            <a:off x="9478800" y="1627200"/>
            <a:ext cx="2015999" cy="34226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105"/>
          <p:cNvSpPr/>
          <p:nvPr/>
        </p:nvSpPr>
        <p:spPr>
          <a:xfrm>
            <a:off x="694800" y="1627200"/>
            <a:ext cx="2016000" cy="34226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105"/>
          <p:cNvSpPr/>
          <p:nvPr/>
        </p:nvSpPr>
        <p:spPr>
          <a:xfrm>
            <a:off x="5086800" y="1627200"/>
            <a:ext cx="2016000" cy="342263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105"/>
          <p:cNvSpPr/>
          <p:nvPr/>
        </p:nvSpPr>
        <p:spPr>
          <a:xfrm>
            <a:off x="7282800" y="1627200"/>
            <a:ext cx="2016000" cy="342263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105"/>
          <p:cNvSpPr/>
          <p:nvPr/>
        </p:nvSpPr>
        <p:spPr>
          <a:xfrm>
            <a:off x="2890800" y="1627200"/>
            <a:ext cx="2016000" cy="34226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105"/>
          <p:cNvSpPr txBox="1"/>
          <p:nvPr>
            <p:ph idx="1" type="body"/>
          </p:nvPr>
        </p:nvSpPr>
        <p:spPr>
          <a:xfrm>
            <a:off x="5127141" y="3841092"/>
            <a:ext cx="1944000" cy="109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7" name="Google Shape;1097;p105"/>
          <p:cNvSpPr txBox="1"/>
          <p:nvPr>
            <p:ph idx="2" type="body"/>
          </p:nvPr>
        </p:nvSpPr>
        <p:spPr>
          <a:xfrm>
            <a:off x="5127141" y="2527092"/>
            <a:ext cx="1944000" cy="71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8" name="Google Shape;1098;p105"/>
          <p:cNvSpPr txBox="1"/>
          <p:nvPr>
            <p:ph idx="3" type="body"/>
          </p:nvPr>
        </p:nvSpPr>
        <p:spPr>
          <a:xfrm>
            <a:off x="5125758" y="3167892"/>
            <a:ext cx="1944000" cy="5418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9" name="Google Shape;1099;p105"/>
          <p:cNvSpPr txBox="1"/>
          <p:nvPr>
            <p:ph idx="4" type="body"/>
          </p:nvPr>
        </p:nvSpPr>
        <p:spPr>
          <a:xfrm>
            <a:off x="7324171" y="3841092"/>
            <a:ext cx="1944000" cy="109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0" name="Google Shape;1100;p105"/>
          <p:cNvSpPr txBox="1"/>
          <p:nvPr>
            <p:ph idx="5" type="body"/>
          </p:nvPr>
        </p:nvSpPr>
        <p:spPr>
          <a:xfrm>
            <a:off x="7324171" y="2527092"/>
            <a:ext cx="1944000" cy="71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1" name="Google Shape;1101;p105"/>
          <p:cNvSpPr txBox="1"/>
          <p:nvPr>
            <p:ph idx="6" type="body"/>
          </p:nvPr>
        </p:nvSpPr>
        <p:spPr>
          <a:xfrm>
            <a:off x="7322788" y="3167892"/>
            <a:ext cx="1944000" cy="5418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2" name="Google Shape;1102;p105"/>
          <p:cNvSpPr txBox="1"/>
          <p:nvPr>
            <p:ph idx="7" type="body"/>
          </p:nvPr>
        </p:nvSpPr>
        <p:spPr>
          <a:xfrm>
            <a:off x="9517304" y="3841092"/>
            <a:ext cx="1944000" cy="109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3" name="Google Shape;1103;p105"/>
          <p:cNvSpPr txBox="1"/>
          <p:nvPr>
            <p:ph idx="8" type="body"/>
          </p:nvPr>
        </p:nvSpPr>
        <p:spPr>
          <a:xfrm>
            <a:off x="9517304" y="2527092"/>
            <a:ext cx="1944000" cy="71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4" name="Google Shape;1104;p105"/>
          <p:cNvSpPr txBox="1"/>
          <p:nvPr>
            <p:ph idx="9" type="body"/>
          </p:nvPr>
        </p:nvSpPr>
        <p:spPr>
          <a:xfrm>
            <a:off x="9515921" y="3167892"/>
            <a:ext cx="1944000" cy="5418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5" name="Google Shape;1105;p105"/>
          <p:cNvSpPr txBox="1"/>
          <p:nvPr>
            <p:ph idx="13" type="body"/>
          </p:nvPr>
        </p:nvSpPr>
        <p:spPr>
          <a:xfrm>
            <a:off x="2935974" y="3841092"/>
            <a:ext cx="1944000" cy="109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6" name="Google Shape;1106;p105"/>
          <p:cNvSpPr txBox="1"/>
          <p:nvPr>
            <p:ph idx="14" type="body"/>
          </p:nvPr>
        </p:nvSpPr>
        <p:spPr>
          <a:xfrm>
            <a:off x="2935974" y="2527092"/>
            <a:ext cx="1944000" cy="71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7" name="Google Shape;1107;p105"/>
          <p:cNvSpPr txBox="1"/>
          <p:nvPr>
            <p:ph idx="15" type="body"/>
          </p:nvPr>
        </p:nvSpPr>
        <p:spPr>
          <a:xfrm>
            <a:off x="2934591" y="3167892"/>
            <a:ext cx="1944000" cy="5418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8" name="Google Shape;1108;p105"/>
          <p:cNvSpPr txBox="1"/>
          <p:nvPr>
            <p:ph idx="16" type="body"/>
          </p:nvPr>
        </p:nvSpPr>
        <p:spPr>
          <a:xfrm>
            <a:off x="734528" y="3841092"/>
            <a:ext cx="1944000" cy="109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9" name="Google Shape;1109;p105"/>
          <p:cNvSpPr txBox="1"/>
          <p:nvPr>
            <p:ph idx="17" type="body"/>
          </p:nvPr>
        </p:nvSpPr>
        <p:spPr>
          <a:xfrm>
            <a:off x="734528" y="2527092"/>
            <a:ext cx="1944000" cy="71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0" name="Google Shape;1110;p105"/>
          <p:cNvSpPr txBox="1"/>
          <p:nvPr>
            <p:ph idx="18" type="body"/>
          </p:nvPr>
        </p:nvSpPr>
        <p:spPr>
          <a:xfrm>
            <a:off x="733145" y="3167892"/>
            <a:ext cx="1944000" cy="5418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1" name="Google Shape;1111;p105"/>
          <p:cNvSpPr txBox="1"/>
          <p:nvPr>
            <p:ph idx="19" type="body"/>
          </p:nvPr>
        </p:nvSpPr>
        <p:spPr>
          <a:xfrm>
            <a:off x="695324" y="5234365"/>
            <a:ext cx="10801350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2" name="Google Shape;1112;p105"/>
          <p:cNvSpPr txBox="1"/>
          <p:nvPr>
            <p:ph idx="20" type="body"/>
          </p:nvPr>
        </p:nvSpPr>
        <p:spPr>
          <a:xfrm>
            <a:off x="694798" y="5609808"/>
            <a:ext cx="10799999" cy="506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3" name="Google Shape;1113;p105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1114" name="Google Shape;1114;p105"/>
          <p:cNvSpPr txBox="1"/>
          <p:nvPr>
            <p:ph idx="21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Icons">
  <p:cSld name="1_Icons">
    <p:bg>
      <p:bgPr>
        <a:solidFill>
          <a:schemeClr val="dk2"/>
        </a:solidFill>
      </p:bgPr>
    </p:bg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106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7" name="Google Shape;1117;p106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8" name="Google Shape;1118;p106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19" name="Google Shape;1119;p106"/>
          <p:cNvSpPr txBox="1"/>
          <p:nvPr>
            <p:ph idx="1" type="body"/>
          </p:nvPr>
        </p:nvSpPr>
        <p:spPr>
          <a:xfrm>
            <a:off x="5018120" y="4512231"/>
            <a:ext cx="2160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0" name="Google Shape;1120;p106"/>
          <p:cNvSpPr/>
          <p:nvPr>
            <p:ph idx="2" type="pic"/>
          </p:nvPr>
        </p:nvSpPr>
        <p:spPr>
          <a:xfrm>
            <a:off x="5378120" y="2394000"/>
            <a:ext cx="1440000" cy="14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121" name="Google Shape;1121;p106"/>
          <p:cNvSpPr txBox="1"/>
          <p:nvPr>
            <p:ph idx="3" type="body"/>
          </p:nvPr>
        </p:nvSpPr>
        <p:spPr>
          <a:xfrm>
            <a:off x="5018120" y="3837600"/>
            <a:ext cx="216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2" name="Google Shape;1122;p106"/>
          <p:cNvSpPr txBox="1"/>
          <p:nvPr>
            <p:ph idx="4" type="body"/>
          </p:nvPr>
        </p:nvSpPr>
        <p:spPr>
          <a:xfrm>
            <a:off x="2495050" y="4510800"/>
            <a:ext cx="2160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3" name="Google Shape;1123;p106"/>
          <p:cNvSpPr/>
          <p:nvPr>
            <p:ph idx="5" type="pic"/>
          </p:nvPr>
        </p:nvSpPr>
        <p:spPr>
          <a:xfrm>
            <a:off x="2855050" y="2394000"/>
            <a:ext cx="1440000" cy="14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124" name="Google Shape;1124;p106"/>
          <p:cNvSpPr txBox="1"/>
          <p:nvPr>
            <p:ph idx="6" type="body"/>
          </p:nvPr>
        </p:nvSpPr>
        <p:spPr>
          <a:xfrm>
            <a:off x="2495050" y="3837600"/>
            <a:ext cx="216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5" name="Google Shape;1125;p106"/>
          <p:cNvSpPr txBox="1"/>
          <p:nvPr>
            <p:ph idx="7" type="body"/>
          </p:nvPr>
        </p:nvSpPr>
        <p:spPr>
          <a:xfrm>
            <a:off x="7536952" y="4510800"/>
            <a:ext cx="2160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6" name="Google Shape;1126;p106"/>
          <p:cNvSpPr/>
          <p:nvPr>
            <p:ph idx="8" type="pic"/>
          </p:nvPr>
        </p:nvSpPr>
        <p:spPr>
          <a:xfrm>
            <a:off x="7896952" y="2394000"/>
            <a:ext cx="1440000" cy="14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127" name="Google Shape;1127;p106"/>
          <p:cNvSpPr txBox="1"/>
          <p:nvPr>
            <p:ph idx="9" type="body"/>
          </p:nvPr>
        </p:nvSpPr>
        <p:spPr>
          <a:xfrm>
            <a:off x="7536952" y="3837600"/>
            <a:ext cx="216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8" name="Google Shape;1128;p106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Description automatically generated" id="1129" name="Google Shape;1129;p10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p106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Icons">
  <p:cSld name="2_Icons"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107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3" name="Google Shape;1133;p107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4" name="Google Shape;1134;p107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35" name="Google Shape;1135;p107"/>
          <p:cNvSpPr txBox="1"/>
          <p:nvPr>
            <p:ph idx="1" type="body"/>
          </p:nvPr>
        </p:nvSpPr>
        <p:spPr>
          <a:xfrm>
            <a:off x="5018120" y="4512231"/>
            <a:ext cx="2160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6" name="Google Shape;1136;p107"/>
          <p:cNvSpPr/>
          <p:nvPr>
            <p:ph idx="2" type="pic"/>
          </p:nvPr>
        </p:nvSpPr>
        <p:spPr>
          <a:xfrm>
            <a:off x="5378120" y="2394000"/>
            <a:ext cx="1440000" cy="14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137" name="Google Shape;1137;p107"/>
          <p:cNvSpPr txBox="1"/>
          <p:nvPr>
            <p:ph idx="3" type="body"/>
          </p:nvPr>
        </p:nvSpPr>
        <p:spPr>
          <a:xfrm>
            <a:off x="5018120" y="3837600"/>
            <a:ext cx="216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8" name="Google Shape;1138;p107"/>
          <p:cNvSpPr txBox="1"/>
          <p:nvPr>
            <p:ph idx="4" type="body"/>
          </p:nvPr>
        </p:nvSpPr>
        <p:spPr>
          <a:xfrm>
            <a:off x="2495050" y="4510800"/>
            <a:ext cx="2160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9" name="Google Shape;1139;p107"/>
          <p:cNvSpPr/>
          <p:nvPr>
            <p:ph idx="5" type="pic"/>
          </p:nvPr>
        </p:nvSpPr>
        <p:spPr>
          <a:xfrm>
            <a:off x="2855050" y="2394000"/>
            <a:ext cx="1440000" cy="14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140" name="Google Shape;1140;p107"/>
          <p:cNvSpPr txBox="1"/>
          <p:nvPr>
            <p:ph idx="6" type="body"/>
          </p:nvPr>
        </p:nvSpPr>
        <p:spPr>
          <a:xfrm>
            <a:off x="2495050" y="3837600"/>
            <a:ext cx="216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1" name="Google Shape;1141;p107"/>
          <p:cNvSpPr txBox="1"/>
          <p:nvPr>
            <p:ph idx="7" type="body"/>
          </p:nvPr>
        </p:nvSpPr>
        <p:spPr>
          <a:xfrm>
            <a:off x="7536952" y="4510800"/>
            <a:ext cx="2160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2" name="Google Shape;1142;p107"/>
          <p:cNvSpPr/>
          <p:nvPr>
            <p:ph idx="8" type="pic"/>
          </p:nvPr>
        </p:nvSpPr>
        <p:spPr>
          <a:xfrm>
            <a:off x="7896952" y="2394000"/>
            <a:ext cx="1440000" cy="14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143" name="Google Shape;1143;p107"/>
          <p:cNvSpPr txBox="1"/>
          <p:nvPr>
            <p:ph idx="9" type="body"/>
          </p:nvPr>
        </p:nvSpPr>
        <p:spPr>
          <a:xfrm>
            <a:off x="7536952" y="3837600"/>
            <a:ext cx="216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4" name="Google Shape;1144;p107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Icons">
  <p:cSld name="3_Icons">
    <p:bg>
      <p:bgPr>
        <a:solidFill>
          <a:schemeClr val="accent2"/>
        </a:solidFill>
      </p:bgPr>
    </p:bg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108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7" name="Google Shape;1147;p108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8" name="Google Shape;1148;p108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49" name="Google Shape;1149;p108"/>
          <p:cNvSpPr txBox="1"/>
          <p:nvPr>
            <p:ph idx="1" type="body"/>
          </p:nvPr>
        </p:nvSpPr>
        <p:spPr>
          <a:xfrm>
            <a:off x="3759204" y="4512231"/>
            <a:ext cx="2160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0" name="Google Shape;1150;p108"/>
          <p:cNvSpPr/>
          <p:nvPr>
            <p:ph idx="2" type="pic"/>
          </p:nvPr>
        </p:nvSpPr>
        <p:spPr>
          <a:xfrm>
            <a:off x="4119204" y="2393803"/>
            <a:ext cx="1440000" cy="14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151" name="Google Shape;1151;p108"/>
          <p:cNvSpPr txBox="1"/>
          <p:nvPr>
            <p:ph idx="3" type="body"/>
          </p:nvPr>
        </p:nvSpPr>
        <p:spPr>
          <a:xfrm>
            <a:off x="3759204" y="3837600"/>
            <a:ext cx="216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2" name="Google Shape;1152;p108"/>
          <p:cNvSpPr txBox="1"/>
          <p:nvPr>
            <p:ph idx="4" type="body"/>
          </p:nvPr>
        </p:nvSpPr>
        <p:spPr>
          <a:xfrm>
            <a:off x="1236134" y="4510800"/>
            <a:ext cx="2160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3" name="Google Shape;1153;p108"/>
          <p:cNvSpPr/>
          <p:nvPr>
            <p:ph idx="5" type="pic"/>
          </p:nvPr>
        </p:nvSpPr>
        <p:spPr>
          <a:xfrm>
            <a:off x="1596134" y="2393563"/>
            <a:ext cx="1440000" cy="14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154" name="Google Shape;1154;p108"/>
          <p:cNvSpPr txBox="1"/>
          <p:nvPr>
            <p:ph idx="6" type="body"/>
          </p:nvPr>
        </p:nvSpPr>
        <p:spPr>
          <a:xfrm>
            <a:off x="1236134" y="3837600"/>
            <a:ext cx="216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5" name="Google Shape;1155;p108"/>
          <p:cNvSpPr txBox="1"/>
          <p:nvPr>
            <p:ph idx="7" type="body"/>
          </p:nvPr>
        </p:nvSpPr>
        <p:spPr>
          <a:xfrm>
            <a:off x="6278036" y="4510800"/>
            <a:ext cx="2160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6" name="Google Shape;1156;p108"/>
          <p:cNvSpPr/>
          <p:nvPr>
            <p:ph idx="8" type="pic"/>
          </p:nvPr>
        </p:nvSpPr>
        <p:spPr>
          <a:xfrm>
            <a:off x="6638036" y="2393563"/>
            <a:ext cx="1440000" cy="14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157" name="Google Shape;1157;p108"/>
          <p:cNvSpPr txBox="1"/>
          <p:nvPr>
            <p:ph idx="9" type="body"/>
          </p:nvPr>
        </p:nvSpPr>
        <p:spPr>
          <a:xfrm>
            <a:off x="6278036" y="3837600"/>
            <a:ext cx="216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8" name="Google Shape;1158;p108"/>
          <p:cNvSpPr txBox="1"/>
          <p:nvPr>
            <p:ph idx="13" type="body"/>
          </p:nvPr>
        </p:nvSpPr>
        <p:spPr>
          <a:xfrm>
            <a:off x="8809163" y="4510800"/>
            <a:ext cx="2160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9" name="Google Shape;1159;p108"/>
          <p:cNvSpPr/>
          <p:nvPr>
            <p:ph idx="14" type="pic"/>
          </p:nvPr>
        </p:nvSpPr>
        <p:spPr>
          <a:xfrm>
            <a:off x="9169163" y="2393563"/>
            <a:ext cx="1440000" cy="14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160" name="Google Shape;1160;p108"/>
          <p:cNvSpPr txBox="1"/>
          <p:nvPr>
            <p:ph idx="15" type="body"/>
          </p:nvPr>
        </p:nvSpPr>
        <p:spPr>
          <a:xfrm>
            <a:off x="8809163" y="3837600"/>
            <a:ext cx="216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1" name="Google Shape;1161;p108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rgbClr val="169B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Description automatically generated" id="1162" name="Google Shape;1162;p10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3" name="Google Shape;1163;p108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Icons">
  <p:cSld name="4_Icons"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109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6" name="Google Shape;1166;p109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7" name="Google Shape;1167;p109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68" name="Google Shape;1168;p109"/>
          <p:cNvSpPr txBox="1"/>
          <p:nvPr>
            <p:ph idx="1" type="body"/>
          </p:nvPr>
        </p:nvSpPr>
        <p:spPr>
          <a:xfrm>
            <a:off x="5016500" y="4510800"/>
            <a:ext cx="2159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9" name="Google Shape;1169;p109"/>
          <p:cNvSpPr/>
          <p:nvPr>
            <p:ph idx="2" type="pic"/>
          </p:nvPr>
        </p:nvSpPr>
        <p:spPr>
          <a:xfrm>
            <a:off x="5377811" y="2394000"/>
            <a:ext cx="1440000" cy="14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170" name="Google Shape;1170;p109"/>
          <p:cNvSpPr txBox="1"/>
          <p:nvPr>
            <p:ph idx="3" type="body"/>
          </p:nvPr>
        </p:nvSpPr>
        <p:spPr>
          <a:xfrm>
            <a:off x="5016500" y="3837600"/>
            <a:ext cx="2159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1" name="Google Shape;1171;p109"/>
          <p:cNvSpPr txBox="1"/>
          <p:nvPr>
            <p:ph idx="4" type="body"/>
          </p:nvPr>
        </p:nvSpPr>
        <p:spPr>
          <a:xfrm>
            <a:off x="2674938" y="4510800"/>
            <a:ext cx="2159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2" name="Google Shape;1172;p109"/>
          <p:cNvSpPr/>
          <p:nvPr>
            <p:ph idx="5" type="pic"/>
          </p:nvPr>
        </p:nvSpPr>
        <p:spPr>
          <a:xfrm>
            <a:off x="3036249" y="2394000"/>
            <a:ext cx="1440000" cy="14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173" name="Google Shape;1173;p109"/>
          <p:cNvSpPr txBox="1"/>
          <p:nvPr>
            <p:ph idx="6" type="body"/>
          </p:nvPr>
        </p:nvSpPr>
        <p:spPr>
          <a:xfrm>
            <a:off x="2674938" y="3837600"/>
            <a:ext cx="2159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4" name="Google Shape;1174;p109"/>
          <p:cNvSpPr txBox="1"/>
          <p:nvPr>
            <p:ph idx="7" type="body"/>
          </p:nvPr>
        </p:nvSpPr>
        <p:spPr>
          <a:xfrm>
            <a:off x="7358063" y="4510800"/>
            <a:ext cx="2159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5" name="Google Shape;1175;p109"/>
          <p:cNvSpPr/>
          <p:nvPr>
            <p:ph idx="8" type="pic"/>
          </p:nvPr>
        </p:nvSpPr>
        <p:spPr>
          <a:xfrm>
            <a:off x="7719374" y="2394000"/>
            <a:ext cx="1440000" cy="14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176" name="Google Shape;1176;p109"/>
          <p:cNvSpPr txBox="1"/>
          <p:nvPr>
            <p:ph idx="9" type="body"/>
          </p:nvPr>
        </p:nvSpPr>
        <p:spPr>
          <a:xfrm>
            <a:off x="7358063" y="3837600"/>
            <a:ext cx="2159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7" name="Google Shape;1177;p109"/>
          <p:cNvSpPr txBox="1"/>
          <p:nvPr>
            <p:ph idx="13" type="body"/>
          </p:nvPr>
        </p:nvSpPr>
        <p:spPr>
          <a:xfrm>
            <a:off x="9699625" y="4510800"/>
            <a:ext cx="2159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8" name="Google Shape;1178;p109"/>
          <p:cNvSpPr/>
          <p:nvPr>
            <p:ph idx="14" type="pic"/>
          </p:nvPr>
        </p:nvSpPr>
        <p:spPr>
          <a:xfrm>
            <a:off x="10060936" y="2394000"/>
            <a:ext cx="1440000" cy="14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179" name="Google Shape;1179;p109"/>
          <p:cNvSpPr txBox="1"/>
          <p:nvPr>
            <p:ph idx="15" type="body"/>
          </p:nvPr>
        </p:nvSpPr>
        <p:spPr>
          <a:xfrm>
            <a:off x="9699625" y="3837600"/>
            <a:ext cx="2159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0" name="Google Shape;1180;p109"/>
          <p:cNvSpPr txBox="1"/>
          <p:nvPr>
            <p:ph idx="16" type="body"/>
          </p:nvPr>
        </p:nvSpPr>
        <p:spPr>
          <a:xfrm>
            <a:off x="333375" y="4510800"/>
            <a:ext cx="2159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1" name="Google Shape;1181;p109"/>
          <p:cNvSpPr/>
          <p:nvPr>
            <p:ph idx="17" type="pic"/>
          </p:nvPr>
        </p:nvSpPr>
        <p:spPr>
          <a:xfrm>
            <a:off x="694686" y="2394000"/>
            <a:ext cx="1440000" cy="14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182" name="Google Shape;1182;p109"/>
          <p:cNvSpPr txBox="1"/>
          <p:nvPr>
            <p:ph idx="18" type="body"/>
          </p:nvPr>
        </p:nvSpPr>
        <p:spPr>
          <a:xfrm>
            <a:off x="333375" y="3837600"/>
            <a:ext cx="2159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3" name="Google Shape;1183;p109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Icons">
  <p:cSld name="5_Icons">
    <p:bg>
      <p:bgPr>
        <a:solidFill>
          <a:schemeClr val="accent5"/>
        </a:solidFill>
      </p:bgPr>
    </p:bg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110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6" name="Google Shape;1186;p110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7" name="Google Shape;1187;p110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88" name="Google Shape;1188;p110"/>
          <p:cNvSpPr txBox="1"/>
          <p:nvPr>
            <p:ph idx="1" type="body"/>
          </p:nvPr>
        </p:nvSpPr>
        <p:spPr>
          <a:xfrm>
            <a:off x="5016500" y="4510800"/>
            <a:ext cx="2159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9" name="Google Shape;1189;p110"/>
          <p:cNvSpPr/>
          <p:nvPr>
            <p:ph idx="2" type="pic"/>
          </p:nvPr>
        </p:nvSpPr>
        <p:spPr>
          <a:xfrm>
            <a:off x="5377811" y="2394000"/>
            <a:ext cx="1440000" cy="14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190" name="Google Shape;1190;p110"/>
          <p:cNvSpPr txBox="1"/>
          <p:nvPr>
            <p:ph idx="3" type="body"/>
          </p:nvPr>
        </p:nvSpPr>
        <p:spPr>
          <a:xfrm>
            <a:off x="5016500" y="3837600"/>
            <a:ext cx="2159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1" name="Google Shape;1191;p110"/>
          <p:cNvSpPr txBox="1"/>
          <p:nvPr>
            <p:ph idx="4" type="body"/>
          </p:nvPr>
        </p:nvSpPr>
        <p:spPr>
          <a:xfrm>
            <a:off x="2674938" y="4510800"/>
            <a:ext cx="2159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2" name="Google Shape;1192;p110"/>
          <p:cNvSpPr/>
          <p:nvPr>
            <p:ph idx="5" type="pic"/>
          </p:nvPr>
        </p:nvSpPr>
        <p:spPr>
          <a:xfrm>
            <a:off x="3036249" y="2394000"/>
            <a:ext cx="1440000" cy="14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193" name="Google Shape;1193;p110"/>
          <p:cNvSpPr txBox="1"/>
          <p:nvPr>
            <p:ph idx="6" type="body"/>
          </p:nvPr>
        </p:nvSpPr>
        <p:spPr>
          <a:xfrm>
            <a:off x="2674938" y="3837600"/>
            <a:ext cx="2159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4" name="Google Shape;1194;p110"/>
          <p:cNvSpPr txBox="1"/>
          <p:nvPr>
            <p:ph idx="7" type="body"/>
          </p:nvPr>
        </p:nvSpPr>
        <p:spPr>
          <a:xfrm>
            <a:off x="7358063" y="4510800"/>
            <a:ext cx="2159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5" name="Google Shape;1195;p110"/>
          <p:cNvSpPr/>
          <p:nvPr>
            <p:ph idx="8" type="pic"/>
          </p:nvPr>
        </p:nvSpPr>
        <p:spPr>
          <a:xfrm>
            <a:off x="7719374" y="2394000"/>
            <a:ext cx="1440000" cy="14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196" name="Google Shape;1196;p110"/>
          <p:cNvSpPr txBox="1"/>
          <p:nvPr>
            <p:ph idx="9" type="body"/>
          </p:nvPr>
        </p:nvSpPr>
        <p:spPr>
          <a:xfrm>
            <a:off x="7358063" y="3837600"/>
            <a:ext cx="2159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7" name="Google Shape;1197;p110"/>
          <p:cNvSpPr txBox="1"/>
          <p:nvPr>
            <p:ph idx="13" type="body"/>
          </p:nvPr>
        </p:nvSpPr>
        <p:spPr>
          <a:xfrm>
            <a:off x="9699625" y="4510800"/>
            <a:ext cx="2159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8" name="Google Shape;1198;p110"/>
          <p:cNvSpPr/>
          <p:nvPr>
            <p:ph idx="14" type="pic"/>
          </p:nvPr>
        </p:nvSpPr>
        <p:spPr>
          <a:xfrm>
            <a:off x="10060936" y="2394000"/>
            <a:ext cx="1440000" cy="14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199" name="Google Shape;1199;p110"/>
          <p:cNvSpPr txBox="1"/>
          <p:nvPr>
            <p:ph idx="15" type="body"/>
          </p:nvPr>
        </p:nvSpPr>
        <p:spPr>
          <a:xfrm>
            <a:off x="9699625" y="3837600"/>
            <a:ext cx="2159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0" name="Google Shape;1200;p110"/>
          <p:cNvSpPr txBox="1"/>
          <p:nvPr>
            <p:ph idx="16" type="body"/>
          </p:nvPr>
        </p:nvSpPr>
        <p:spPr>
          <a:xfrm>
            <a:off x="333375" y="4510800"/>
            <a:ext cx="2159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1" name="Google Shape;1201;p110"/>
          <p:cNvSpPr/>
          <p:nvPr>
            <p:ph idx="17" type="pic"/>
          </p:nvPr>
        </p:nvSpPr>
        <p:spPr>
          <a:xfrm>
            <a:off x="694686" y="2394000"/>
            <a:ext cx="1440000" cy="14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202" name="Google Shape;1202;p110"/>
          <p:cNvSpPr txBox="1"/>
          <p:nvPr>
            <p:ph idx="18" type="body"/>
          </p:nvPr>
        </p:nvSpPr>
        <p:spPr>
          <a:xfrm>
            <a:off x="333375" y="3837600"/>
            <a:ext cx="2159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3" name="Google Shape;1203;p110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Description automatically generated" id="1204" name="Google Shape;1204;p1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p110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Icons">
  <p:cSld name="6_Icons">
    <p:bg>
      <p:bgPr>
        <a:solidFill>
          <a:schemeClr val="accent1"/>
        </a:solidFill>
      </p:bgPr>
    </p:bg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111"/>
          <p:cNvSpPr txBox="1"/>
          <p:nvPr>
            <p:ph type="title"/>
          </p:nvPr>
        </p:nvSpPr>
        <p:spPr>
          <a:xfrm>
            <a:off x="694800" y="1627199"/>
            <a:ext cx="5401200" cy="2881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8" name="Google Shape;1208;p111"/>
          <p:cNvSpPr txBox="1"/>
          <p:nvPr>
            <p:ph idx="1" type="body"/>
          </p:nvPr>
        </p:nvSpPr>
        <p:spPr>
          <a:xfrm>
            <a:off x="694799" y="4868862"/>
            <a:ext cx="5401199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09" name="Google Shape;1209;p111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0" name="Google Shape;1210;p111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11" name="Google Shape;1211;p111"/>
          <p:cNvSpPr txBox="1"/>
          <p:nvPr>
            <p:ph idx="2" type="body"/>
          </p:nvPr>
        </p:nvSpPr>
        <p:spPr>
          <a:xfrm>
            <a:off x="6818400" y="2531643"/>
            <a:ext cx="1800225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2" name="Google Shape;1212;p111"/>
          <p:cNvSpPr/>
          <p:nvPr>
            <p:ph idx="3" type="pic"/>
          </p:nvPr>
        </p:nvSpPr>
        <p:spPr>
          <a:xfrm>
            <a:off x="7268400" y="1634700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213" name="Google Shape;1213;p111"/>
          <p:cNvSpPr txBox="1"/>
          <p:nvPr>
            <p:ph idx="4" type="body"/>
          </p:nvPr>
        </p:nvSpPr>
        <p:spPr>
          <a:xfrm>
            <a:off x="8978905" y="2531643"/>
            <a:ext cx="1800225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4" name="Google Shape;1214;p111"/>
          <p:cNvSpPr/>
          <p:nvPr>
            <p:ph idx="5" type="pic"/>
          </p:nvPr>
        </p:nvSpPr>
        <p:spPr>
          <a:xfrm>
            <a:off x="9429017" y="1634700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215" name="Google Shape;1215;p111"/>
          <p:cNvSpPr txBox="1"/>
          <p:nvPr>
            <p:ph idx="6" type="body"/>
          </p:nvPr>
        </p:nvSpPr>
        <p:spPr>
          <a:xfrm>
            <a:off x="6818400" y="4349330"/>
            <a:ext cx="1800225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6" name="Google Shape;1216;p111"/>
          <p:cNvSpPr/>
          <p:nvPr>
            <p:ph idx="7" type="pic"/>
          </p:nvPr>
        </p:nvSpPr>
        <p:spPr>
          <a:xfrm>
            <a:off x="7268400" y="3452387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217" name="Google Shape;1217;p111"/>
          <p:cNvSpPr txBox="1"/>
          <p:nvPr>
            <p:ph idx="8" type="body"/>
          </p:nvPr>
        </p:nvSpPr>
        <p:spPr>
          <a:xfrm>
            <a:off x="8978905" y="4349330"/>
            <a:ext cx="1800225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8" name="Google Shape;1218;p111"/>
          <p:cNvSpPr/>
          <p:nvPr>
            <p:ph idx="9" type="pic"/>
          </p:nvPr>
        </p:nvSpPr>
        <p:spPr>
          <a:xfrm>
            <a:off x="9428400" y="3452387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219" name="Google Shape;1219;p111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Description automatically generated" id="1220" name="Google Shape;1220;p1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1" name="Google Shape;1221;p111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Icons">
  <p:cSld name="7_Icons">
    <p:bg>
      <p:bgPr>
        <a:solidFill>
          <a:schemeClr val="lt1"/>
        </a:solidFill>
      </p:bgPr>
    </p:bg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112"/>
          <p:cNvSpPr txBox="1"/>
          <p:nvPr>
            <p:ph type="title"/>
          </p:nvPr>
        </p:nvSpPr>
        <p:spPr>
          <a:xfrm>
            <a:off x="694800" y="1627199"/>
            <a:ext cx="5401200" cy="2881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4" name="Google Shape;1224;p112"/>
          <p:cNvSpPr txBox="1"/>
          <p:nvPr>
            <p:ph idx="1" type="body"/>
          </p:nvPr>
        </p:nvSpPr>
        <p:spPr>
          <a:xfrm>
            <a:off x="694799" y="4868862"/>
            <a:ext cx="5401199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25" name="Google Shape;1225;p112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6" name="Google Shape;1226;p112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27" name="Google Shape;1227;p112"/>
          <p:cNvSpPr txBox="1"/>
          <p:nvPr>
            <p:ph idx="2" type="body"/>
          </p:nvPr>
        </p:nvSpPr>
        <p:spPr>
          <a:xfrm>
            <a:off x="6818400" y="2531643"/>
            <a:ext cx="1800225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8" name="Google Shape;1228;p112"/>
          <p:cNvSpPr/>
          <p:nvPr>
            <p:ph idx="3" type="pic"/>
          </p:nvPr>
        </p:nvSpPr>
        <p:spPr>
          <a:xfrm>
            <a:off x="7268400" y="1634700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229" name="Google Shape;1229;p112"/>
          <p:cNvSpPr txBox="1"/>
          <p:nvPr>
            <p:ph idx="4" type="body"/>
          </p:nvPr>
        </p:nvSpPr>
        <p:spPr>
          <a:xfrm>
            <a:off x="8978905" y="2531643"/>
            <a:ext cx="1800225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0" name="Google Shape;1230;p112"/>
          <p:cNvSpPr/>
          <p:nvPr>
            <p:ph idx="5" type="pic"/>
          </p:nvPr>
        </p:nvSpPr>
        <p:spPr>
          <a:xfrm>
            <a:off x="9429017" y="1634700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231" name="Google Shape;1231;p112"/>
          <p:cNvSpPr txBox="1"/>
          <p:nvPr>
            <p:ph idx="6" type="body"/>
          </p:nvPr>
        </p:nvSpPr>
        <p:spPr>
          <a:xfrm>
            <a:off x="6818400" y="4349330"/>
            <a:ext cx="1800225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2" name="Google Shape;1232;p112"/>
          <p:cNvSpPr/>
          <p:nvPr>
            <p:ph idx="7" type="pic"/>
          </p:nvPr>
        </p:nvSpPr>
        <p:spPr>
          <a:xfrm>
            <a:off x="7268400" y="3452387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233" name="Google Shape;1233;p112"/>
          <p:cNvSpPr txBox="1"/>
          <p:nvPr>
            <p:ph idx="8" type="body"/>
          </p:nvPr>
        </p:nvSpPr>
        <p:spPr>
          <a:xfrm>
            <a:off x="8978905" y="4349330"/>
            <a:ext cx="1800225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4" name="Google Shape;1234;p112"/>
          <p:cNvSpPr/>
          <p:nvPr>
            <p:ph idx="9" type="pic"/>
          </p:nvPr>
        </p:nvSpPr>
        <p:spPr>
          <a:xfrm>
            <a:off x="9428400" y="3452387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235" name="Google Shape;1235;p112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Icons">
  <p:cSld name="8_Icons">
    <p:bg>
      <p:bgPr>
        <a:solidFill>
          <a:schemeClr val="lt1"/>
        </a:solidFill>
      </p:bgPr>
    </p:bg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113"/>
          <p:cNvSpPr txBox="1"/>
          <p:nvPr>
            <p:ph type="title"/>
          </p:nvPr>
        </p:nvSpPr>
        <p:spPr>
          <a:xfrm>
            <a:off x="694800" y="1627199"/>
            <a:ext cx="5401200" cy="2881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8" name="Google Shape;1238;p113"/>
          <p:cNvSpPr txBox="1"/>
          <p:nvPr>
            <p:ph idx="1" type="body"/>
          </p:nvPr>
        </p:nvSpPr>
        <p:spPr>
          <a:xfrm>
            <a:off x="694799" y="4868862"/>
            <a:ext cx="5401199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39" name="Google Shape;1239;p113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0" name="Google Shape;1240;p113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1" name="Google Shape;1241;p113"/>
          <p:cNvSpPr txBox="1"/>
          <p:nvPr>
            <p:ph idx="2" type="body"/>
          </p:nvPr>
        </p:nvSpPr>
        <p:spPr>
          <a:xfrm>
            <a:off x="6819796" y="1640018"/>
            <a:ext cx="1800225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2" name="Google Shape;1242;p113"/>
          <p:cNvSpPr/>
          <p:nvPr>
            <p:ph idx="3" type="pic"/>
          </p:nvPr>
        </p:nvSpPr>
        <p:spPr>
          <a:xfrm>
            <a:off x="7268400" y="743075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243" name="Google Shape;1243;p113"/>
          <p:cNvSpPr txBox="1"/>
          <p:nvPr>
            <p:ph idx="4" type="body"/>
          </p:nvPr>
        </p:nvSpPr>
        <p:spPr>
          <a:xfrm>
            <a:off x="8978400" y="1640018"/>
            <a:ext cx="1800225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4" name="Google Shape;1244;p113"/>
          <p:cNvSpPr/>
          <p:nvPr>
            <p:ph idx="5" type="pic"/>
          </p:nvPr>
        </p:nvSpPr>
        <p:spPr>
          <a:xfrm>
            <a:off x="9428400" y="743075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245" name="Google Shape;1245;p113"/>
          <p:cNvSpPr txBox="1"/>
          <p:nvPr>
            <p:ph idx="6" type="body"/>
          </p:nvPr>
        </p:nvSpPr>
        <p:spPr>
          <a:xfrm>
            <a:off x="6819796" y="3429311"/>
            <a:ext cx="1800225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6" name="Google Shape;1246;p113"/>
          <p:cNvSpPr/>
          <p:nvPr>
            <p:ph idx="7" type="pic"/>
          </p:nvPr>
        </p:nvSpPr>
        <p:spPr>
          <a:xfrm>
            <a:off x="7269908" y="2532368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247" name="Google Shape;1247;p113"/>
          <p:cNvSpPr txBox="1"/>
          <p:nvPr>
            <p:ph idx="8" type="body"/>
          </p:nvPr>
        </p:nvSpPr>
        <p:spPr>
          <a:xfrm>
            <a:off x="8978400" y="3429311"/>
            <a:ext cx="1800225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8" name="Google Shape;1248;p113"/>
          <p:cNvSpPr/>
          <p:nvPr>
            <p:ph idx="9" type="pic"/>
          </p:nvPr>
        </p:nvSpPr>
        <p:spPr>
          <a:xfrm>
            <a:off x="9428400" y="2532368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249" name="Google Shape;1249;p113"/>
          <p:cNvSpPr txBox="1"/>
          <p:nvPr>
            <p:ph idx="13" type="body"/>
          </p:nvPr>
        </p:nvSpPr>
        <p:spPr>
          <a:xfrm>
            <a:off x="6819796" y="5237651"/>
            <a:ext cx="1800225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0" name="Google Shape;1250;p113"/>
          <p:cNvSpPr/>
          <p:nvPr>
            <p:ph idx="14" type="pic"/>
          </p:nvPr>
        </p:nvSpPr>
        <p:spPr>
          <a:xfrm>
            <a:off x="7269908" y="4340708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251" name="Google Shape;1251;p113"/>
          <p:cNvSpPr txBox="1"/>
          <p:nvPr>
            <p:ph idx="15" type="body"/>
          </p:nvPr>
        </p:nvSpPr>
        <p:spPr>
          <a:xfrm>
            <a:off x="8978400" y="5237651"/>
            <a:ext cx="1800225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2" name="Google Shape;1252;p113"/>
          <p:cNvSpPr/>
          <p:nvPr>
            <p:ph idx="16" type="pic"/>
          </p:nvPr>
        </p:nvSpPr>
        <p:spPr>
          <a:xfrm>
            <a:off x="9428400" y="4340708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253" name="Google Shape;1253;p113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Icons">
  <p:cSld name="9_Icons">
    <p:bg>
      <p:bgPr>
        <a:solidFill>
          <a:schemeClr val="lt1"/>
        </a:solidFill>
      </p:bgPr>
    </p:bg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114"/>
          <p:cNvSpPr txBox="1"/>
          <p:nvPr>
            <p:ph type="title"/>
          </p:nvPr>
        </p:nvSpPr>
        <p:spPr>
          <a:xfrm>
            <a:off x="694800" y="1627199"/>
            <a:ext cx="3780363" cy="2881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6" name="Google Shape;1256;p114"/>
          <p:cNvSpPr txBox="1"/>
          <p:nvPr>
            <p:ph idx="1" type="body"/>
          </p:nvPr>
        </p:nvSpPr>
        <p:spPr>
          <a:xfrm>
            <a:off x="694800" y="4868862"/>
            <a:ext cx="3780364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57" name="Google Shape;1257;p114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8" name="Google Shape;1258;p114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59" name="Google Shape;1259;p114"/>
          <p:cNvSpPr txBox="1"/>
          <p:nvPr>
            <p:ph idx="2" type="body"/>
          </p:nvPr>
        </p:nvSpPr>
        <p:spPr>
          <a:xfrm>
            <a:off x="6819796" y="1640018"/>
            <a:ext cx="1800225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0" name="Google Shape;1260;p114"/>
          <p:cNvSpPr/>
          <p:nvPr>
            <p:ph idx="3" type="pic"/>
          </p:nvPr>
        </p:nvSpPr>
        <p:spPr>
          <a:xfrm>
            <a:off x="7268400" y="743075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261" name="Google Shape;1261;p114"/>
          <p:cNvSpPr txBox="1"/>
          <p:nvPr>
            <p:ph idx="4" type="body"/>
          </p:nvPr>
        </p:nvSpPr>
        <p:spPr>
          <a:xfrm>
            <a:off x="8978400" y="1640018"/>
            <a:ext cx="1800225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2" name="Google Shape;1262;p114"/>
          <p:cNvSpPr/>
          <p:nvPr>
            <p:ph idx="5" type="pic"/>
          </p:nvPr>
        </p:nvSpPr>
        <p:spPr>
          <a:xfrm>
            <a:off x="9428400" y="743075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263" name="Google Shape;1263;p114"/>
          <p:cNvSpPr txBox="1"/>
          <p:nvPr>
            <p:ph idx="6" type="body"/>
          </p:nvPr>
        </p:nvSpPr>
        <p:spPr>
          <a:xfrm>
            <a:off x="6819796" y="3429311"/>
            <a:ext cx="1800225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4" name="Google Shape;1264;p114"/>
          <p:cNvSpPr/>
          <p:nvPr>
            <p:ph idx="7" type="pic"/>
          </p:nvPr>
        </p:nvSpPr>
        <p:spPr>
          <a:xfrm>
            <a:off x="7269908" y="2532368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265" name="Google Shape;1265;p114"/>
          <p:cNvSpPr txBox="1"/>
          <p:nvPr>
            <p:ph idx="8" type="body"/>
          </p:nvPr>
        </p:nvSpPr>
        <p:spPr>
          <a:xfrm>
            <a:off x="8978400" y="3429311"/>
            <a:ext cx="1800225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6" name="Google Shape;1266;p114"/>
          <p:cNvSpPr/>
          <p:nvPr>
            <p:ph idx="9" type="pic"/>
          </p:nvPr>
        </p:nvSpPr>
        <p:spPr>
          <a:xfrm>
            <a:off x="9428400" y="2532368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267" name="Google Shape;1267;p114"/>
          <p:cNvSpPr txBox="1"/>
          <p:nvPr>
            <p:ph idx="13" type="body"/>
          </p:nvPr>
        </p:nvSpPr>
        <p:spPr>
          <a:xfrm>
            <a:off x="6819796" y="5237651"/>
            <a:ext cx="1800225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8" name="Google Shape;1268;p114"/>
          <p:cNvSpPr/>
          <p:nvPr>
            <p:ph idx="14" type="pic"/>
          </p:nvPr>
        </p:nvSpPr>
        <p:spPr>
          <a:xfrm>
            <a:off x="7269908" y="4340708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269" name="Google Shape;1269;p114"/>
          <p:cNvSpPr txBox="1"/>
          <p:nvPr>
            <p:ph idx="15" type="body"/>
          </p:nvPr>
        </p:nvSpPr>
        <p:spPr>
          <a:xfrm>
            <a:off x="8978400" y="5237651"/>
            <a:ext cx="1800225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0" name="Google Shape;1270;p114"/>
          <p:cNvSpPr/>
          <p:nvPr>
            <p:ph idx="16" type="pic"/>
          </p:nvPr>
        </p:nvSpPr>
        <p:spPr>
          <a:xfrm>
            <a:off x="9428400" y="4340708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271" name="Google Shape;1271;p114"/>
          <p:cNvSpPr txBox="1"/>
          <p:nvPr>
            <p:ph idx="17" type="body"/>
          </p:nvPr>
        </p:nvSpPr>
        <p:spPr>
          <a:xfrm>
            <a:off x="4660349" y="1641600"/>
            <a:ext cx="1800225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2" name="Google Shape;1272;p114"/>
          <p:cNvSpPr/>
          <p:nvPr>
            <p:ph idx="18" type="pic"/>
          </p:nvPr>
        </p:nvSpPr>
        <p:spPr>
          <a:xfrm>
            <a:off x="5108953" y="741600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273" name="Google Shape;1273;p114"/>
          <p:cNvSpPr txBox="1"/>
          <p:nvPr>
            <p:ph idx="19" type="body"/>
          </p:nvPr>
        </p:nvSpPr>
        <p:spPr>
          <a:xfrm>
            <a:off x="4660349" y="3430800"/>
            <a:ext cx="1800225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4" name="Google Shape;1274;p114"/>
          <p:cNvSpPr/>
          <p:nvPr>
            <p:ph idx="20" type="pic"/>
          </p:nvPr>
        </p:nvSpPr>
        <p:spPr>
          <a:xfrm>
            <a:off x="5110461" y="2530800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275" name="Google Shape;1275;p114"/>
          <p:cNvSpPr txBox="1"/>
          <p:nvPr>
            <p:ph idx="21" type="body"/>
          </p:nvPr>
        </p:nvSpPr>
        <p:spPr>
          <a:xfrm>
            <a:off x="4660349" y="5238000"/>
            <a:ext cx="1800225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6" name="Google Shape;1276;p114"/>
          <p:cNvSpPr/>
          <p:nvPr>
            <p:ph idx="22" type="pic"/>
          </p:nvPr>
        </p:nvSpPr>
        <p:spPr>
          <a:xfrm>
            <a:off x="5110461" y="4341600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277" name="Google Shape;1277;p114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Icons">
  <p:cSld name="10_Icons"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115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0" name="Google Shape;1280;p115"/>
          <p:cNvSpPr txBox="1"/>
          <p:nvPr>
            <p:ph idx="1" type="body"/>
          </p:nvPr>
        </p:nvSpPr>
        <p:spPr>
          <a:xfrm>
            <a:off x="694800" y="3974031"/>
            <a:ext cx="10799999" cy="2334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1" name="Google Shape;1281;p115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2" name="Google Shape;1282;p115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83" name="Google Shape;1283;p115"/>
          <p:cNvSpPr/>
          <p:nvPr/>
        </p:nvSpPr>
        <p:spPr>
          <a:xfrm>
            <a:off x="694800" y="1627200"/>
            <a:ext cx="10801349" cy="216058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115"/>
          <p:cNvSpPr txBox="1"/>
          <p:nvPr>
            <p:ph idx="2" type="body"/>
          </p:nvPr>
        </p:nvSpPr>
        <p:spPr>
          <a:xfrm>
            <a:off x="1235549" y="2711640"/>
            <a:ext cx="1800225" cy="554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5" name="Google Shape;1285;p115"/>
          <p:cNvSpPr/>
          <p:nvPr>
            <p:ph idx="3" type="pic"/>
          </p:nvPr>
        </p:nvSpPr>
        <p:spPr>
          <a:xfrm>
            <a:off x="1685661" y="1811640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286" name="Google Shape;1286;p115"/>
          <p:cNvSpPr txBox="1"/>
          <p:nvPr>
            <p:ph idx="4" type="body"/>
          </p:nvPr>
        </p:nvSpPr>
        <p:spPr>
          <a:xfrm>
            <a:off x="9160272" y="2711640"/>
            <a:ext cx="1800225" cy="554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7" name="Google Shape;1287;p115"/>
          <p:cNvSpPr/>
          <p:nvPr>
            <p:ph idx="5" type="pic"/>
          </p:nvPr>
        </p:nvSpPr>
        <p:spPr>
          <a:xfrm>
            <a:off x="9610384" y="1811640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288" name="Google Shape;1288;p115"/>
          <p:cNvSpPr txBox="1"/>
          <p:nvPr>
            <p:ph idx="6" type="body"/>
          </p:nvPr>
        </p:nvSpPr>
        <p:spPr>
          <a:xfrm>
            <a:off x="3216730" y="2711640"/>
            <a:ext cx="1800225" cy="554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9" name="Google Shape;1289;p115"/>
          <p:cNvSpPr/>
          <p:nvPr>
            <p:ph idx="7" type="pic"/>
          </p:nvPr>
        </p:nvSpPr>
        <p:spPr>
          <a:xfrm>
            <a:off x="3666842" y="1811640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290" name="Google Shape;1290;p115"/>
          <p:cNvSpPr txBox="1"/>
          <p:nvPr>
            <p:ph idx="8" type="body"/>
          </p:nvPr>
        </p:nvSpPr>
        <p:spPr>
          <a:xfrm>
            <a:off x="5197911" y="2711640"/>
            <a:ext cx="1800225" cy="554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1" name="Google Shape;1291;p115"/>
          <p:cNvSpPr/>
          <p:nvPr>
            <p:ph idx="9" type="pic"/>
          </p:nvPr>
        </p:nvSpPr>
        <p:spPr>
          <a:xfrm>
            <a:off x="5648023" y="1811640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292" name="Google Shape;1292;p115"/>
          <p:cNvSpPr txBox="1"/>
          <p:nvPr>
            <p:ph idx="13" type="body"/>
          </p:nvPr>
        </p:nvSpPr>
        <p:spPr>
          <a:xfrm>
            <a:off x="7179092" y="2711640"/>
            <a:ext cx="1800225" cy="554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3" name="Google Shape;1293;p115"/>
          <p:cNvSpPr/>
          <p:nvPr>
            <p:ph idx="14" type="pic"/>
          </p:nvPr>
        </p:nvSpPr>
        <p:spPr>
          <a:xfrm>
            <a:off x="7629204" y="1811640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294" name="Google Shape;1294;p115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Icons">
  <p:cSld name="11_Icons"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116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7" name="Google Shape;1297;p116"/>
          <p:cNvSpPr txBox="1"/>
          <p:nvPr>
            <p:ph idx="1" type="body"/>
          </p:nvPr>
        </p:nvSpPr>
        <p:spPr>
          <a:xfrm>
            <a:off x="694800" y="5229226"/>
            <a:ext cx="10799999" cy="10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8" name="Google Shape;1298;p116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9" name="Google Shape;1299;p116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0" name="Google Shape;1300;p116"/>
          <p:cNvSpPr/>
          <p:nvPr/>
        </p:nvSpPr>
        <p:spPr>
          <a:xfrm>
            <a:off x="694800" y="1627200"/>
            <a:ext cx="10801349" cy="34451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116"/>
          <p:cNvSpPr txBox="1"/>
          <p:nvPr>
            <p:ph idx="2" type="body"/>
          </p:nvPr>
        </p:nvSpPr>
        <p:spPr>
          <a:xfrm>
            <a:off x="1235549" y="2711640"/>
            <a:ext cx="1800225" cy="554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2" name="Google Shape;1302;p116"/>
          <p:cNvSpPr/>
          <p:nvPr>
            <p:ph idx="3" type="pic"/>
          </p:nvPr>
        </p:nvSpPr>
        <p:spPr>
          <a:xfrm>
            <a:off x="1685661" y="1811640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303" name="Google Shape;1303;p116"/>
          <p:cNvSpPr txBox="1"/>
          <p:nvPr>
            <p:ph idx="4" type="body"/>
          </p:nvPr>
        </p:nvSpPr>
        <p:spPr>
          <a:xfrm>
            <a:off x="1235549" y="4311124"/>
            <a:ext cx="1800225" cy="554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4" name="Google Shape;1304;p116"/>
          <p:cNvSpPr/>
          <p:nvPr>
            <p:ph idx="5" type="pic"/>
          </p:nvPr>
        </p:nvSpPr>
        <p:spPr>
          <a:xfrm>
            <a:off x="1685661" y="3411124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305" name="Google Shape;1305;p116"/>
          <p:cNvSpPr txBox="1"/>
          <p:nvPr>
            <p:ph idx="6" type="body"/>
          </p:nvPr>
        </p:nvSpPr>
        <p:spPr>
          <a:xfrm>
            <a:off x="9160272" y="2711640"/>
            <a:ext cx="1800225" cy="554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6" name="Google Shape;1306;p116"/>
          <p:cNvSpPr/>
          <p:nvPr>
            <p:ph idx="7" type="pic"/>
          </p:nvPr>
        </p:nvSpPr>
        <p:spPr>
          <a:xfrm>
            <a:off x="9610384" y="1811640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307" name="Google Shape;1307;p116"/>
          <p:cNvSpPr txBox="1"/>
          <p:nvPr>
            <p:ph idx="8" type="body"/>
          </p:nvPr>
        </p:nvSpPr>
        <p:spPr>
          <a:xfrm>
            <a:off x="9160272" y="4311124"/>
            <a:ext cx="1800225" cy="554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8" name="Google Shape;1308;p116"/>
          <p:cNvSpPr/>
          <p:nvPr>
            <p:ph idx="9" type="pic"/>
          </p:nvPr>
        </p:nvSpPr>
        <p:spPr>
          <a:xfrm>
            <a:off x="9610384" y="3411124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309" name="Google Shape;1309;p116"/>
          <p:cNvSpPr txBox="1"/>
          <p:nvPr>
            <p:ph idx="13" type="body"/>
          </p:nvPr>
        </p:nvSpPr>
        <p:spPr>
          <a:xfrm>
            <a:off x="3216730" y="2711640"/>
            <a:ext cx="1800225" cy="554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0" name="Google Shape;1310;p116"/>
          <p:cNvSpPr/>
          <p:nvPr>
            <p:ph idx="14" type="pic"/>
          </p:nvPr>
        </p:nvSpPr>
        <p:spPr>
          <a:xfrm>
            <a:off x="3666842" y="1811640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311" name="Google Shape;1311;p116"/>
          <p:cNvSpPr txBox="1"/>
          <p:nvPr>
            <p:ph idx="15" type="body"/>
          </p:nvPr>
        </p:nvSpPr>
        <p:spPr>
          <a:xfrm>
            <a:off x="5197911" y="2711640"/>
            <a:ext cx="1800225" cy="554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2" name="Google Shape;1312;p116"/>
          <p:cNvSpPr/>
          <p:nvPr>
            <p:ph idx="16" type="pic"/>
          </p:nvPr>
        </p:nvSpPr>
        <p:spPr>
          <a:xfrm>
            <a:off x="5648023" y="1811640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313" name="Google Shape;1313;p116"/>
          <p:cNvSpPr txBox="1"/>
          <p:nvPr>
            <p:ph idx="17" type="body"/>
          </p:nvPr>
        </p:nvSpPr>
        <p:spPr>
          <a:xfrm>
            <a:off x="7179092" y="2711640"/>
            <a:ext cx="1800225" cy="554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4" name="Google Shape;1314;p116"/>
          <p:cNvSpPr/>
          <p:nvPr>
            <p:ph idx="18" type="pic"/>
          </p:nvPr>
        </p:nvSpPr>
        <p:spPr>
          <a:xfrm>
            <a:off x="7629204" y="1811640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315" name="Google Shape;1315;p116"/>
          <p:cNvSpPr txBox="1"/>
          <p:nvPr>
            <p:ph idx="19" type="body"/>
          </p:nvPr>
        </p:nvSpPr>
        <p:spPr>
          <a:xfrm>
            <a:off x="3216730" y="4311124"/>
            <a:ext cx="1800225" cy="554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6" name="Google Shape;1316;p116"/>
          <p:cNvSpPr/>
          <p:nvPr>
            <p:ph idx="20" type="pic"/>
          </p:nvPr>
        </p:nvSpPr>
        <p:spPr>
          <a:xfrm>
            <a:off x="3666842" y="3411124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317" name="Google Shape;1317;p116"/>
          <p:cNvSpPr txBox="1"/>
          <p:nvPr>
            <p:ph idx="21" type="body"/>
          </p:nvPr>
        </p:nvSpPr>
        <p:spPr>
          <a:xfrm>
            <a:off x="5197911" y="4311124"/>
            <a:ext cx="1800225" cy="554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8" name="Google Shape;1318;p116"/>
          <p:cNvSpPr/>
          <p:nvPr>
            <p:ph idx="22" type="pic"/>
          </p:nvPr>
        </p:nvSpPr>
        <p:spPr>
          <a:xfrm>
            <a:off x="5648023" y="3411124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319" name="Google Shape;1319;p116"/>
          <p:cNvSpPr txBox="1"/>
          <p:nvPr>
            <p:ph idx="23" type="body"/>
          </p:nvPr>
        </p:nvSpPr>
        <p:spPr>
          <a:xfrm>
            <a:off x="7179092" y="4311124"/>
            <a:ext cx="1800225" cy="554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0" name="Google Shape;1320;p116"/>
          <p:cNvSpPr/>
          <p:nvPr>
            <p:ph idx="24" type="pic"/>
          </p:nvPr>
        </p:nvSpPr>
        <p:spPr>
          <a:xfrm>
            <a:off x="7629204" y="3411124"/>
            <a:ext cx="900000" cy="896943"/>
          </a:xfrm>
          <a:prstGeom prst="rect">
            <a:avLst/>
          </a:prstGeom>
          <a:noFill/>
          <a:ln>
            <a:noFill/>
          </a:ln>
        </p:spPr>
      </p:sp>
      <p:sp>
        <p:nvSpPr>
          <p:cNvPr id="1321" name="Google Shape;1321;p116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Graph">
  <p:cSld name="1_Graph"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117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4" name="Google Shape;1324;p117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5" name="Google Shape;1325;p117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26" name="Google Shape;1326;p117"/>
          <p:cNvSpPr/>
          <p:nvPr>
            <p:ph idx="2" type="chart"/>
          </p:nvPr>
        </p:nvSpPr>
        <p:spPr>
          <a:xfrm>
            <a:off x="695325" y="1628775"/>
            <a:ext cx="10801349" cy="4321175"/>
          </a:xfrm>
          <a:prstGeom prst="rect">
            <a:avLst/>
          </a:prstGeom>
          <a:solidFill>
            <a:srgbClr val="E1E4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27" name="Google Shape;1327;p117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1328" name="Google Shape;1328;p117"/>
          <p:cNvSpPr txBox="1"/>
          <p:nvPr>
            <p:ph idx="1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Graph">
  <p:cSld name="2_Graph">
    <p:bg>
      <p:bgPr>
        <a:solidFill>
          <a:schemeClr val="accent1"/>
        </a:solidFill>
      </p:bgPr>
    </p:bg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118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1" name="Google Shape;1331;p118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2" name="Google Shape;1332;p118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3" name="Google Shape;1333;p118"/>
          <p:cNvSpPr/>
          <p:nvPr>
            <p:ph idx="2" type="chart"/>
          </p:nvPr>
        </p:nvSpPr>
        <p:spPr>
          <a:xfrm>
            <a:off x="695325" y="1628775"/>
            <a:ext cx="10801349" cy="4321175"/>
          </a:xfrm>
          <a:prstGeom prst="rect">
            <a:avLst/>
          </a:prstGeom>
          <a:solidFill>
            <a:srgbClr val="E1E4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34" name="Google Shape;1334;p118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Description automatically generated" id="1335" name="Google Shape;1335;p1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118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1337" name="Google Shape;1337;p118"/>
          <p:cNvSpPr txBox="1"/>
          <p:nvPr>
            <p:ph idx="1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Graph">
  <p:cSld name="3_Graph"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119"/>
          <p:cNvSpPr/>
          <p:nvPr>
            <p:ph idx="2" type="chart"/>
          </p:nvPr>
        </p:nvSpPr>
        <p:spPr>
          <a:xfrm>
            <a:off x="695325" y="1628775"/>
            <a:ext cx="10801349" cy="4321175"/>
          </a:xfrm>
          <a:prstGeom prst="rect">
            <a:avLst/>
          </a:prstGeom>
          <a:solidFill>
            <a:srgbClr val="E1E4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40" name="Google Shape;1340;p119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1" name="Google Shape;1341;p119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2" name="Google Shape;1342;p119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43" name="Google Shape;1343;p119"/>
          <p:cNvSpPr txBox="1"/>
          <p:nvPr>
            <p:ph idx="1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4" name="Google Shape;1344;p119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Graph">
  <p:cSld name="4_Graph"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120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7" name="Google Shape;1347;p120"/>
          <p:cNvSpPr txBox="1"/>
          <p:nvPr>
            <p:ph idx="1" type="body"/>
          </p:nvPr>
        </p:nvSpPr>
        <p:spPr>
          <a:xfrm>
            <a:off x="694801" y="1627201"/>
            <a:ext cx="5401200" cy="432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8" name="Google Shape;1348;p120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9" name="Google Shape;1349;p120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50" name="Google Shape;1350;p120"/>
          <p:cNvSpPr/>
          <p:nvPr>
            <p:ph idx="2" type="chart"/>
          </p:nvPr>
        </p:nvSpPr>
        <p:spPr>
          <a:xfrm>
            <a:off x="6275388" y="1627200"/>
            <a:ext cx="5221288" cy="4679951"/>
          </a:xfrm>
          <a:prstGeom prst="rect">
            <a:avLst/>
          </a:prstGeom>
          <a:solidFill>
            <a:srgbClr val="E1E4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51" name="Google Shape;1351;p120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1352" name="Google Shape;1352;p120"/>
          <p:cNvSpPr txBox="1"/>
          <p:nvPr>
            <p:ph idx="3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Graph">
  <p:cSld name="5_Graph"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121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5" name="Google Shape;1355;p121"/>
          <p:cNvSpPr txBox="1"/>
          <p:nvPr>
            <p:ph idx="1" type="body"/>
          </p:nvPr>
        </p:nvSpPr>
        <p:spPr>
          <a:xfrm>
            <a:off x="694800" y="1627201"/>
            <a:ext cx="10799999" cy="1622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6" name="Google Shape;1356;p121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7" name="Google Shape;1357;p121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58" name="Google Shape;1358;p121"/>
          <p:cNvSpPr/>
          <p:nvPr>
            <p:ph idx="2" type="chart"/>
          </p:nvPr>
        </p:nvSpPr>
        <p:spPr>
          <a:xfrm>
            <a:off x="695325" y="3429001"/>
            <a:ext cx="10801350" cy="2520950"/>
          </a:xfrm>
          <a:prstGeom prst="rect">
            <a:avLst/>
          </a:prstGeom>
          <a:solidFill>
            <a:srgbClr val="E1E4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59" name="Google Shape;1359;p121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1360" name="Google Shape;1360;p121"/>
          <p:cNvSpPr txBox="1"/>
          <p:nvPr>
            <p:ph idx="3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Graph">
  <p:cSld name="6_Graph"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122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3" name="Google Shape;1363;p122"/>
          <p:cNvSpPr txBox="1"/>
          <p:nvPr>
            <p:ph idx="1" type="body"/>
          </p:nvPr>
        </p:nvSpPr>
        <p:spPr>
          <a:xfrm>
            <a:off x="694800" y="1627200"/>
            <a:ext cx="5761563" cy="2162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4" name="Google Shape;1364;p122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5" name="Google Shape;1365;p122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66" name="Google Shape;1366;p122"/>
          <p:cNvSpPr/>
          <p:nvPr>
            <p:ph idx="2" type="chart"/>
          </p:nvPr>
        </p:nvSpPr>
        <p:spPr>
          <a:xfrm>
            <a:off x="695325" y="3968751"/>
            <a:ext cx="5761038" cy="1981200"/>
          </a:xfrm>
          <a:prstGeom prst="rect">
            <a:avLst/>
          </a:prstGeom>
          <a:solidFill>
            <a:srgbClr val="E1E4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67" name="Google Shape;1367;p122"/>
          <p:cNvSpPr/>
          <p:nvPr>
            <p:ph idx="3" type="pic"/>
          </p:nvPr>
        </p:nvSpPr>
        <p:spPr>
          <a:xfrm>
            <a:off x="6635750" y="1628774"/>
            <a:ext cx="4860925" cy="4679951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368" name="Google Shape;1368;p122"/>
          <p:cNvSpPr txBox="1"/>
          <p:nvPr>
            <p:ph idx="4" type="body"/>
          </p:nvPr>
        </p:nvSpPr>
        <p:spPr>
          <a:xfrm>
            <a:off x="6635750" y="5590934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9" name="Google Shape;1369;p122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1370" name="Google Shape;1370;p122"/>
          <p:cNvSpPr txBox="1"/>
          <p:nvPr>
            <p:ph idx="5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Graph">
  <p:cSld name="7_Graph"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123"/>
          <p:cNvSpPr/>
          <p:nvPr>
            <p:ph idx="2" type="pic"/>
          </p:nvPr>
        </p:nvSpPr>
        <p:spPr>
          <a:xfrm>
            <a:off x="8083880" y="0"/>
            <a:ext cx="4108119" cy="6858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373" name="Google Shape;1373;p123"/>
          <p:cNvSpPr txBox="1"/>
          <p:nvPr>
            <p:ph type="title"/>
          </p:nvPr>
        </p:nvSpPr>
        <p:spPr>
          <a:xfrm>
            <a:off x="694800" y="673200"/>
            <a:ext cx="7210810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4" name="Google Shape;1374;p123"/>
          <p:cNvSpPr txBox="1"/>
          <p:nvPr>
            <p:ph idx="1" type="body"/>
          </p:nvPr>
        </p:nvSpPr>
        <p:spPr>
          <a:xfrm>
            <a:off x="694800" y="1627200"/>
            <a:ext cx="7200899" cy="2162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5" name="Google Shape;1375;p123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6" name="Google Shape;1376;p123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77" name="Google Shape;1377;p123"/>
          <p:cNvSpPr/>
          <p:nvPr>
            <p:ph idx="3" type="chart"/>
          </p:nvPr>
        </p:nvSpPr>
        <p:spPr>
          <a:xfrm>
            <a:off x="695325" y="3968751"/>
            <a:ext cx="7200899" cy="1981200"/>
          </a:xfrm>
          <a:prstGeom prst="rect">
            <a:avLst/>
          </a:prstGeom>
          <a:solidFill>
            <a:srgbClr val="E1E4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8" name="Google Shape;1378;p123"/>
          <p:cNvSpPr txBox="1"/>
          <p:nvPr>
            <p:ph idx="4" type="body"/>
          </p:nvPr>
        </p:nvSpPr>
        <p:spPr>
          <a:xfrm>
            <a:off x="8073970" y="61380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9" name="Google Shape;1379;p123"/>
          <p:cNvSpPr txBox="1"/>
          <p:nvPr>
            <p:ph idx="5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Graph">
  <p:cSld name="8_Graph"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124"/>
          <p:cNvSpPr/>
          <p:nvPr>
            <p:ph idx="2" type="pic"/>
          </p:nvPr>
        </p:nvSpPr>
        <p:spPr>
          <a:xfrm>
            <a:off x="5916612" y="0"/>
            <a:ext cx="6275387" cy="6858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382" name="Google Shape;1382;p124"/>
          <p:cNvSpPr txBox="1"/>
          <p:nvPr>
            <p:ph type="title"/>
          </p:nvPr>
        </p:nvSpPr>
        <p:spPr>
          <a:xfrm>
            <a:off x="694799" y="673200"/>
            <a:ext cx="5040313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3" name="Google Shape;1383;p124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4" name="Google Shape;1384;p124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5" name="Google Shape;1385;p124"/>
          <p:cNvSpPr/>
          <p:nvPr>
            <p:ph idx="3" type="chart"/>
          </p:nvPr>
        </p:nvSpPr>
        <p:spPr>
          <a:xfrm>
            <a:off x="695325" y="1633087"/>
            <a:ext cx="5040313" cy="4316863"/>
          </a:xfrm>
          <a:prstGeom prst="rect">
            <a:avLst/>
          </a:prstGeom>
          <a:solidFill>
            <a:srgbClr val="E1E4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86" name="Google Shape;1386;p124"/>
          <p:cNvSpPr txBox="1"/>
          <p:nvPr>
            <p:ph idx="1" type="body"/>
          </p:nvPr>
        </p:nvSpPr>
        <p:spPr>
          <a:xfrm>
            <a:off x="5916612" y="6138001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7" name="Google Shape;1387;p124"/>
          <p:cNvSpPr txBox="1"/>
          <p:nvPr>
            <p:ph idx="4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Graph">
  <p:cSld name="9_Graph"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125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0" name="Google Shape;1390;p125"/>
          <p:cNvSpPr txBox="1"/>
          <p:nvPr>
            <p:ph idx="1" type="body"/>
          </p:nvPr>
        </p:nvSpPr>
        <p:spPr>
          <a:xfrm>
            <a:off x="694800" y="1627201"/>
            <a:ext cx="5761563" cy="2162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1" name="Google Shape;1391;p125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2" name="Google Shape;1392;p125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3" name="Google Shape;1393;p125"/>
          <p:cNvSpPr/>
          <p:nvPr>
            <p:ph idx="2" type="pic"/>
          </p:nvPr>
        </p:nvSpPr>
        <p:spPr>
          <a:xfrm>
            <a:off x="6635749" y="1627811"/>
            <a:ext cx="4860925" cy="4680913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394" name="Google Shape;1394;p125"/>
          <p:cNvSpPr/>
          <p:nvPr>
            <p:ph idx="3" type="chart"/>
          </p:nvPr>
        </p:nvSpPr>
        <p:spPr>
          <a:xfrm>
            <a:off x="695325" y="3968751"/>
            <a:ext cx="5761038" cy="1981200"/>
          </a:xfrm>
          <a:prstGeom prst="rect">
            <a:avLst/>
          </a:prstGeom>
          <a:solidFill>
            <a:srgbClr val="E1E4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95" name="Google Shape;1395;p125"/>
          <p:cNvSpPr txBox="1"/>
          <p:nvPr>
            <p:ph idx="4" type="body"/>
          </p:nvPr>
        </p:nvSpPr>
        <p:spPr>
          <a:xfrm>
            <a:off x="6635750" y="5590934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6" name="Google Shape;1396;p125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1397" name="Google Shape;1397;p125"/>
          <p:cNvSpPr txBox="1"/>
          <p:nvPr>
            <p:ph idx="5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Graph">
  <p:cSld name="10_Graph"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126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0" name="Google Shape;1400;p126"/>
          <p:cNvSpPr txBox="1"/>
          <p:nvPr>
            <p:ph idx="1" type="body"/>
          </p:nvPr>
        </p:nvSpPr>
        <p:spPr>
          <a:xfrm>
            <a:off x="694801" y="5053315"/>
            <a:ext cx="5310000" cy="896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1" name="Google Shape;1401;p126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2" name="Google Shape;1402;p126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03" name="Google Shape;1403;p126"/>
          <p:cNvSpPr/>
          <p:nvPr>
            <p:ph idx="2" type="chart"/>
          </p:nvPr>
        </p:nvSpPr>
        <p:spPr>
          <a:xfrm>
            <a:off x="695325" y="1627812"/>
            <a:ext cx="5310000" cy="3241051"/>
          </a:xfrm>
          <a:prstGeom prst="rect">
            <a:avLst/>
          </a:prstGeom>
          <a:solidFill>
            <a:srgbClr val="E1E4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04" name="Google Shape;1404;p126"/>
          <p:cNvSpPr/>
          <p:nvPr>
            <p:ph idx="3" type="pic"/>
          </p:nvPr>
        </p:nvSpPr>
        <p:spPr>
          <a:xfrm>
            <a:off x="6186677" y="1629681"/>
            <a:ext cx="5309998" cy="3241051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405" name="Google Shape;1405;p126"/>
          <p:cNvSpPr txBox="1"/>
          <p:nvPr>
            <p:ph idx="4" type="body"/>
          </p:nvPr>
        </p:nvSpPr>
        <p:spPr>
          <a:xfrm>
            <a:off x="6186677" y="5053315"/>
            <a:ext cx="5310000" cy="896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6" name="Google Shape;1406;p126"/>
          <p:cNvSpPr txBox="1"/>
          <p:nvPr>
            <p:ph idx="5" type="body"/>
          </p:nvPr>
        </p:nvSpPr>
        <p:spPr>
          <a:xfrm>
            <a:off x="6186677" y="4150733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7" name="Google Shape;1407;p126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1408" name="Google Shape;1408;p126"/>
          <p:cNvSpPr txBox="1"/>
          <p:nvPr>
            <p:ph idx="6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Graph">
  <p:cSld name="11_Graph"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127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1" name="Google Shape;1411;p127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2" name="Google Shape;1412;p127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13" name="Google Shape;1413;p127"/>
          <p:cNvSpPr/>
          <p:nvPr>
            <p:ph idx="2" type="chart"/>
          </p:nvPr>
        </p:nvSpPr>
        <p:spPr>
          <a:xfrm>
            <a:off x="695325" y="1628776"/>
            <a:ext cx="5310000" cy="4321174"/>
          </a:xfrm>
          <a:prstGeom prst="rect">
            <a:avLst/>
          </a:prstGeom>
          <a:solidFill>
            <a:srgbClr val="E1E4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14" name="Google Shape;1414;p127"/>
          <p:cNvSpPr/>
          <p:nvPr>
            <p:ph idx="3" type="chart"/>
          </p:nvPr>
        </p:nvSpPr>
        <p:spPr>
          <a:xfrm>
            <a:off x="6186674" y="1628774"/>
            <a:ext cx="5310000" cy="4321174"/>
          </a:xfrm>
          <a:prstGeom prst="rect">
            <a:avLst/>
          </a:prstGeom>
          <a:solidFill>
            <a:srgbClr val="E1E4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15" name="Google Shape;1415;p127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1416" name="Google Shape;1416;p127"/>
          <p:cNvSpPr txBox="1"/>
          <p:nvPr>
            <p:ph idx="1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Graph">
  <p:cSld name="12_Graph"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128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9" name="Google Shape;1419;p128"/>
          <p:cNvSpPr txBox="1"/>
          <p:nvPr>
            <p:ph idx="1" type="body"/>
          </p:nvPr>
        </p:nvSpPr>
        <p:spPr>
          <a:xfrm>
            <a:off x="694800" y="1627200"/>
            <a:ext cx="10799999" cy="1622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0" name="Google Shape;1420;p128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1" name="Google Shape;1421;p128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22" name="Google Shape;1422;p128"/>
          <p:cNvSpPr/>
          <p:nvPr>
            <p:ph idx="2" type="chart"/>
          </p:nvPr>
        </p:nvSpPr>
        <p:spPr>
          <a:xfrm>
            <a:off x="694800" y="3429001"/>
            <a:ext cx="5310000" cy="2520950"/>
          </a:xfrm>
          <a:prstGeom prst="rect">
            <a:avLst/>
          </a:prstGeom>
          <a:solidFill>
            <a:srgbClr val="E1E4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23" name="Google Shape;1423;p128"/>
          <p:cNvSpPr/>
          <p:nvPr>
            <p:ph idx="3" type="chart"/>
          </p:nvPr>
        </p:nvSpPr>
        <p:spPr>
          <a:xfrm>
            <a:off x="6186677" y="3429001"/>
            <a:ext cx="5310000" cy="2520950"/>
          </a:xfrm>
          <a:prstGeom prst="rect">
            <a:avLst/>
          </a:prstGeom>
          <a:solidFill>
            <a:srgbClr val="E1E4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24" name="Google Shape;1424;p128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1425" name="Google Shape;1425;p128"/>
          <p:cNvSpPr txBox="1"/>
          <p:nvPr>
            <p:ph idx="4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Graph">
  <p:cSld name="13_Graph"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129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8" name="Google Shape;1428;p129"/>
          <p:cNvSpPr txBox="1"/>
          <p:nvPr>
            <p:ph idx="1" type="body"/>
          </p:nvPr>
        </p:nvSpPr>
        <p:spPr>
          <a:xfrm>
            <a:off x="694801" y="1627200"/>
            <a:ext cx="5310000" cy="1622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9" name="Google Shape;1429;p129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0" name="Google Shape;1430;p129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31" name="Google Shape;1431;p129"/>
          <p:cNvSpPr/>
          <p:nvPr>
            <p:ph idx="2" type="chart"/>
          </p:nvPr>
        </p:nvSpPr>
        <p:spPr>
          <a:xfrm>
            <a:off x="694800" y="3429001"/>
            <a:ext cx="5310000" cy="2520950"/>
          </a:xfrm>
          <a:prstGeom prst="rect">
            <a:avLst/>
          </a:prstGeom>
          <a:solidFill>
            <a:srgbClr val="E1E4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32" name="Google Shape;1432;p129"/>
          <p:cNvSpPr/>
          <p:nvPr>
            <p:ph idx="3" type="chart"/>
          </p:nvPr>
        </p:nvSpPr>
        <p:spPr>
          <a:xfrm>
            <a:off x="6186677" y="3429001"/>
            <a:ext cx="5310000" cy="2520950"/>
          </a:xfrm>
          <a:prstGeom prst="rect">
            <a:avLst/>
          </a:prstGeom>
          <a:solidFill>
            <a:srgbClr val="E1E4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33" name="Google Shape;1433;p129"/>
          <p:cNvSpPr txBox="1"/>
          <p:nvPr>
            <p:ph idx="4" type="body"/>
          </p:nvPr>
        </p:nvSpPr>
        <p:spPr>
          <a:xfrm>
            <a:off x="6184799" y="1627199"/>
            <a:ext cx="5310000" cy="1622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4" name="Google Shape;1434;p129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1435" name="Google Shape;1435;p129"/>
          <p:cNvSpPr txBox="1"/>
          <p:nvPr>
            <p:ph idx="5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Graph">
  <p:cSld name="14_Graph"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130"/>
          <p:cNvSpPr/>
          <p:nvPr>
            <p:ph idx="2" type="pic"/>
          </p:nvPr>
        </p:nvSpPr>
        <p:spPr>
          <a:xfrm>
            <a:off x="5916612" y="0"/>
            <a:ext cx="6275387" cy="6858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438" name="Google Shape;1438;p130"/>
          <p:cNvSpPr txBox="1"/>
          <p:nvPr>
            <p:ph type="title"/>
          </p:nvPr>
        </p:nvSpPr>
        <p:spPr>
          <a:xfrm>
            <a:off x="694799" y="673200"/>
            <a:ext cx="504083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9" name="Google Shape;1439;p130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0" name="Google Shape;1440;p130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41" name="Google Shape;1441;p130"/>
          <p:cNvSpPr/>
          <p:nvPr>
            <p:ph idx="3" type="chart"/>
          </p:nvPr>
        </p:nvSpPr>
        <p:spPr>
          <a:xfrm>
            <a:off x="695325" y="1628775"/>
            <a:ext cx="5040313" cy="4321175"/>
          </a:xfrm>
          <a:prstGeom prst="rect">
            <a:avLst/>
          </a:prstGeom>
          <a:solidFill>
            <a:srgbClr val="E1E4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42" name="Google Shape;1442;p130"/>
          <p:cNvSpPr txBox="1"/>
          <p:nvPr>
            <p:ph idx="1" type="body"/>
          </p:nvPr>
        </p:nvSpPr>
        <p:spPr>
          <a:xfrm>
            <a:off x="5916612" y="61380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3" name="Google Shape;1443;p130"/>
          <p:cNvSpPr txBox="1"/>
          <p:nvPr>
            <p:ph idx="4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Graph">
  <p:cSld name="16_Graph"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131"/>
          <p:cNvSpPr txBox="1"/>
          <p:nvPr>
            <p:ph type="title"/>
          </p:nvPr>
        </p:nvSpPr>
        <p:spPr>
          <a:xfrm>
            <a:off x="694799" y="673200"/>
            <a:ext cx="4321701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6" name="Google Shape;1446;p131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7" name="Google Shape;1447;p131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48" name="Google Shape;1448;p131"/>
          <p:cNvSpPr/>
          <p:nvPr>
            <p:ph idx="2" type="pic"/>
          </p:nvPr>
        </p:nvSpPr>
        <p:spPr>
          <a:xfrm>
            <a:off x="5195888" y="3429000"/>
            <a:ext cx="6300786" cy="2868105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449" name="Google Shape;1449;p131"/>
          <p:cNvSpPr/>
          <p:nvPr>
            <p:ph idx="3" type="pic"/>
          </p:nvPr>
        </p:nvSpPr>
        <p:spPr>
          <a:xfrm>
            <a:off x="5195888" y="560895"/>
            <a:ext cx="6300786" cy="2688717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450" name="Google Shape;1450;p131"/>
          <p:cNvSpPr/>
          <p:nvPr>
            <p:ph idx="4" type="chart"/>
          </p:nvPr>
        </p:nvSpPr>
        <p:spPr>
          <a:xfrm>
            <a:off x="695325" y="1628775"/>
            <a:ext cx="4321175" cy="4321175"/>
          </a:xfrm>
          <a:prstGeom prst="rect">
            <a:avLst/>
          </a:prstGeom>
          <a:solidFill>
            <a:srgbClr val="E1E4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51" name="Google Shape;1451;p131"/>
          <p:cNvSpPr txBox="1"/>
          <p:nvPr>
            <p:ph idx="1" type="body"/>
          </p:nvPr>
        </p:nvSpPr>
        <p:spPr>
          <a:xfrm>
            <a:off x="5194826" y="5577106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2" name="Google Shape;1452;p131"/>
          <p:cNvSpPr txBox="1"/>
          <p:nvPr>
            <p:ph idx="5" type="body"/>
          </p:nvPr>
        </p:nvSpPr>
        <p:spPr>
          <a:xfrm>
            <a:off x="5194826" y="2527789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3" name="Google Shape;1453;p131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1454" name="Google Shape;1454;p131"/>
          <p:cNvSpPr txBox="1"/>
          <p:nvPr>
            <p:ph idx="6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Graph">
  <p:cSld name="17_Graph"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132"/>
          <p:cNvSpPr/>
          <p:nvPr>
            <p:ph idx="2" type="pic"/>
          </p:nvPr>
        </p:nvSpPr>
        <p:spPr>
          <a:xfrm>
            <a:off x="5916612" y="0"/>
            <a:ext cx="6275387" cy="6858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457" name="Google Shape;1457;p132"/>
          <p:cNvSpPr txBox="1"/>
          <p:nvPr>
            <p:ph type="title"/>
          </p:nvPr>
        </p:nvSpPr>
        <p:spPr>
          <a:xfrm>
            <a:off x="694799" y="673200"/>
            <a:ext cx="504083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8" name="Google Shape;1458;p132"/>
          <p:cNvSpPr txBox="1"/>
          <p:nvPr>
            <p:ph idx="1" type="body"/>
          </p:nvPr>
        </p:nvSpPr>
        <p:spPr>
          <a:xfrm>
            <a:off x="694800" y="1627201"/>
            <a:ext cx="5040313" cy="14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9" name="Google Shape;1459;p132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0" name="Google Shape;1460;p132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1" name="Google Shape;1461;p132"/>
          <p:cNvSpPr/>
          <p:nvPr>
            <p:ph idx="3" type="chart"/>
          </p:nvPr>
        </p:nvSpPr>
        <p:spPr>
          <a:xfrm>
            <a:off x="695325" y="3249613"/>
            <a:ext cx="5040314" cy="2700337"/>
          </a:xfrm>
          <a:prstGeom prst="rect">
            <a:avLst/>
          </a:prstGeom>
          <a:solidFill>
            <a:srgbClr val="E1E4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62" name="Google Shape;1462;p132"/>
          <p:cNvSpPr txBox="1"/>
          <p:nvPr>
            <p:ph idx="4" type="body"/>
          </p:nvPr>
        </p:nvSpPr>
        <p:spPr>
          <a:xfrm>
            <a:off x="5913702" y="61380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3" name="Google Shape;1463;p132"/>
          <p:cNvSpPr txBox="1"/>
          <p:nvPr>
            <p:ph idx="5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Graph">
  <p:cSld name="18_Graph"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133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6" name="Google Shape;1466;p133"/>
          <p:cNvSpPr txBox="1"/>
          <p:nvPr>
            <p:ph idx="1" type="body"/>
          </p:nvPr>
        </p:nvSpPr>
        <p:spPr>
          <a:xfrm>
            <a:off x="694800" y="1627200"/>
            <a:ext cx="10799999" cy="1441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7" name="Google Shape;1467;p133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8" name="Google Shape;1468;p133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9" name="Google Shape;1469;p133"/>
          <p:cNvSpPr/>
          <p:nvPr>
            <p:ph idx="2" type="chart"/>
          </p:nvPr>
        </p:nvSpPr>
        <p:spPr>
          <a:xfrm>
            <a:off x="695325" y="3249613"/>
            <a:ext cx="5310000" cy="2700337"/>
          </a:xfrm>
          <a:prstGeom prst="rect">
            <a:avLst/>
          </a:prstGeom>
          <a:solidFill>
            <a:srgbClr val="E1E4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0" name="Google Shape;1470;p133"/>
          <p:cNvSpPr/>
          <p:nvPr>
            <p:ph idx="3" type="chart"/>
          </p:nvPr>
        </p:nvSpPr>
        <p:spPr>
          <a:xfrm>
            <a:off x="6186674" y="3249612"/>
            <a:ext cx="5310000" cy="2700337"/>
          </a:xfrm>
          <a:prstGeom prst="rect">
            <a:avLst/>
          </a:prstGeom>
          <a:solidFill>
            <a:srgbClr val="E1E4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1" name="Google Shape;1471;p133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1472" name="Google Shape;1472;p133"/>
          <p:cNvSpPr txBox="1"/>
          <p:nvPr>
            <p:ph idx="4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Graph">
  <p:cSld name="19_Graph"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134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5" name="Google Shape;1475;p134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6" name="Google Shape;1476;p134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7" name="Google Shape;1477;p134"/>
          <p:cNvSpPr/>
          <p:nvPr>
            <p:ph idx="2" type="chart"/>
          </p:nvPr>
        </p:nvSpPr>
        <p:spPr>
          <a:xfrm>
            <a:off x="695326" y="1628775"/>
            <a:ext cx="5400674" cy="4321175"/>
          </a:xfrm>
          <a:prstGeom prst="rect">
            <a:avLst/>
          </a:prstGeom>
          <a:solidFill>
            <a:srgbClr val="E1E4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8" name="Google Shape;1478;p134"/>
          <p:cNvSpPr/>
          <p:nvPr>
            <p:ph idx="3" type="chart"/>
          </p:nvPr>
        </p:nvSpPr>
        <p:spPr>
          <a:xfrm>
            <a:off x="6096000" y="1628774"/>
            <a:ext cx="5400675" cy="4321175"/>
          </a:xfrm>
          <a:prstGeom prst="rect">
            <a:avLst/>
          </a:prstGeom>
          <a:solidFill>
            <a:srgbClr val="E1E4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9" name="Google Shape;1479;p134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1480" name="Google Shape;1480;p134"/>
          <p:cNvSpPr txBox="1"/>
          <p:nvPr>
            <p:ph idx="1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Graph">
  <p:cSld name="20_Graph"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135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3" name="Google Shape;1483;p135"/>
          <p:cNvSpPr txBox="1"/>
          <p:nvPr>
            <p:ph idx="1" type="body"/>
          </p:nvPr>
        </p:nvSpPr>
        <p:spPr>
          <a:xfrm>
            <a:off x="694800" y="1627200"/>
            <a:ext cx="10799999" cy="1441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4" name="Google Shape;1484;p135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5" name="Google Shape;1485;p135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86" name="Google Shape;1486;p135"/>
          <p:cNvSpPr/>
          <p:nvPr>
            <p:ph idx="2" type="chart"/>
          </p:nvPr>
        </p:nvSpPr>
        <p:spPr>
          <a:xfrm>
            <a:off x="695326" y="3249614"/>
            <a:ext cx="3481200" cy="2700338"/>
          </a:xfrm>
          <a:prstGeom prst="rect">
            <a:avLst/>
          </a:prstGeom>
          <a:solidFill>
            <a:srgbClr val="E1E4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7" name="Google Shape;1487;p135"/>
          <p:cNvSpPr/>
          <p:nvPr>
            <p:ph idx="3" type="chart"/>
          </p:nvPr>
        </p:nvSpPr>
        <p:spPr>
          <a:xfrm>
            <a:off x="4355401" y="3249613"/>
            <a:ext cx="3481200" cy="2700338"/>
          </a:xfrm>
          <a:prstGeom prst="rect">
            <a:avLst/>
          </a:prstGeom>
          <a:solidFill>
            <a:srgbClr val="E1E4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8" name="Google Shape;1488;p135"/>
          <p:cNvSpPr/>
          <p:nvPr>
            <p:ph idx="4" type="chart"/>
          </p:nvPr>
        </p:nvSpPr>
        <p:spPr>
          <a:xfrm>
            <a:off x="8015476" y="3249612"/>
            <a:ext cx="3481200" cy="2700338"/>
          </a:xfrm>
          <a:prstGeom prst="rect">
            <a:avLst/>
          </a:prstGeom>
          <a:solidFill>
            <a:srgbClr val="E1E4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9" name="Google Shape;1489;p135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1490" name="Google Shape;1490;p135"/>
          <p:cNvSpPr txBox="1"/>
          <p:nvPr>
            <p:ph idx="5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Graph">
  <p:cSld name="21_Graph"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136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3" name="Google Shape;1493;p136"/>
          <p:cNvSpPr txBox="1"/>
          <p:nvPr>
            <p:ph idx="1" type="body"/>
          </p:nvPr>
        </p:nvSpPr>
        <p:spPr>
          <a:xfrm>
            <a:off x="694800" y="5052060"/>
            <a:ext cx="3481201" cy="897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4" name="Google Shape;1494;p136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5" name="Google Shape;1495;p136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96" name="Google Shape;1496;p136"/>
          <p:cNvSpPr/>
          <p:nvPr>
            <p:ph idx="2" type="chart"/>
          </p:nvPr>
        </p:nvSpPr>
        <p:spPr>
          <a:xfrm>
            <a:off x="695324" y="1640876"/>
            <a:ext cx="3481200" cy="3227988"/>
          </a:xfrm>
          <a:prstGeom prst="rect">
            <a:avLst/>
          </a:prstGeom>
          <a:solidFill>
            <a:srgbClr val="E1E4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97" name="Google Shape;1497;p136"/>
          <p:cNvSpPr/>
          <p:nvPr>
            <p:ph idx="3" type="pic"/>
          </p:nvPr>
        </p:nvSpPr>
        <p:spPr>
          <a:xfrm>
            <a:off x="8005469" y="1640876"/>
            <a:ext cx="3491206" cy="3227988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498" name="Google Shape;1498;p136"/>
          <p:cNvSpPr/>
          <p:nvPr>
            <p:ph idx="4" type="chart"/>
          </p:nvPr>
        </p:nvSpPr>
        <p:spPr>
          <a:xfrm>
            <a:off x="4350396" y="1640876"/>
            <a:ext cx="3481200" cy="3227988"/>
          </a:xfrm>
          <a:prstGeom prst="rect">
            <a:avLst/>
          </a:prstGeom>
          <a:solidFill>
            <a:srgbClr val="E1E4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99" name="Google Shape;1499;p136"/>
          <p:cNvSpPr txBox="1"/>
          <p:nvPr>
            <p:ph idx="5" type="body"/>
          </p:nvPr>
        </p:nvSpPr>
        <p:spPr>
          <a:xfrm>
            <a:off x="4350396" y="5052060"/>
            <a:ext cx="3481201" cy="897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0" name="Google Shape;1500;p136"/>
          <p:cNvSpPr txBox="1"/>
          <p:nvPr>
            <p:ph idx="6" type="body"/>
          </p:nvPr>
        </p:nvSpPr>
        <p:spPr>
          <a:xfrm>
            <a:off x="8005469" y="5052060"/>
            <a:ext cx="3481201" cy="897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1" name="Google Shape;1501;p136"/>
          <p:cNvSpPr txBox="1"/>
          <p:nvPr>
            <p:ph idx="7" type="body"/>
          </p:nvPr>
        </p:nvSpPr>
        <p:spPr>
          <a:xfrm>
            <a:off x="8005468" y="4148864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2" name="Google Shape;1502;p136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1503" name="Google Shape;1503;p136"/>
          <p:cNvSpPr txBox="1"/>
          <p:nvPr>
            <p:ph idx="8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Graph">
  <p:cSld name="22_Graph"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p137"/>
          <p:cNvSpPr/>
          <p:nvPr>
            <p:ph idx="2" type="pic"/>
          </p:nvPr>
        </p:nvSpPr>
        <p:spPr>
          <a:xfrm>
            <a:off x="8015478" y="0"/>
            <a:ext cx="4176521" cy="6857999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506" name="Google Shape;1506;p137"/>
          <p:cNvSpPr txBox="1"/>
          <p:nvPr>
            <p:ph type="title"/>
          </p:nvPr>
        </p:nvSpPr>
        <p:spPr>
          <a:xfrm>
            <a:off x="694799" y="673200"/>
            <a:ext cx="7136797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7" name="Google Shape;1507;p137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8" name="Google Shape;1508;p137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09" name="Google Shape;1509;p137"/>
          <p:cNvSpPr/>
          <p:nvPr>
            <p:ph idx="3" type="chart"/>
          </p:nvPr>
        </p:nvSpPr>
        <p:spPr>
          <a:xfrm>
            <a:off x="695324" y="1640876"/>
            <a:ext cx="3481200" cy="3227988"/>
          </a:xfrm>
          <a:prstGeom prst="rect">
            <a:avLst/>
          </a:prstGeom>
          <a:solidFill>
            <a:srgbClr val="E1E4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10" name="Google Shape;1510;p137"/>
          <p:cNvSpPr/>
          <p:nvPr>
            <p:ph idx="4" type="chart"/>
          </p:nvPr>
        </p:nvSpPr>
        <p:spPr>
          <a:xfrm>
            <a:off x="4350396" y="1640876"/>
            <a:ext cx="3481200" cy="3227988"/>
          </a:xfrm>
          <a:prstGeom prst="rect">
            <a:avLst/>
          </a:prstGeom>
          <a:solidFill>
            <a:srgbClr val="E1E4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11" name="Google Shape;1511;p137"/>
          <p:cNvSpPr txBox="1"/>
          <p:nvPr>
            <p:ph idx="1" type="body"/>
          </p:nvPr>
        </p:nvSpPr>
        <p:spPr>
          <a:xfrm>
            <a:off x="694800" y="5052061"/>
            <a:ext cx="3481201" cy="897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2" name="Google Shape;1512;p137"/>
          <p:cNvSpPr txBox="1"/>
          <p:nvPr>
            <p:ph idx="5" type="body"/>
          </p:nvPr>
        </p:nvSpPr>
        <p:spPr>
          <a:xfrm>
            <a:off x="4350396" y="5052061"/>
            <a:ext cx="3481201" cy="897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3" name="Google Shape;1513;p137"/>
          <p:cNvSpPr txBox="1"/>
          <p:nvPr>
            <p:ph idx="6" type="body"/>
          </p:nvPr>
        </p:nvSpPr>
        <p:spPr>
          <a:xfrm>
            <a:off x="8015478" y="61380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4" name="Google Shape;1514;p137"/>
          <p:cNvSpPr txBox="1"/>
          <p:nvPr>
            <p:ph idx="7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Graph">
  <p:cSld name="23_Graph"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p138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7" name="Google Shape;1517;p138"/>
          <p:cNvSpPr txBox="1"/>
          <p:nvPr>
            <p:ph idx="1" type="body"/>
          </p:nvPr>
        </p:nvSpPr>
        <p:spPr>
          <a:xfrm>
            <a:off x="694800" y="5052060"/>
            <a:ext cx="3481201" cy="897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8" name="Google Shape;1518;p138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9" name="Google Shape;1519;p138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20" name="Google Shape;1520;p138"/>
          <p:cNvSpPr/>
          <p:nvPr>
            <p:ph idx="2" type="chart"/>
          </p:nvPr>
        </p:nvSpPr>
        <p:spPr>
          <a:xfrm>
            <a:off x="695324" y="1640876"/>
            <a:ext cx="3481200" cy="3227988"/>
          </a:xfrm>
          <a:prstGeom prst="rect">
            <a:avLst/>
          </a:prstGeom>
          <a:solidFill>
            <a:srgbClr val="E1E4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21" name="Google Shape;1521;p138"/>
          <p:cNvSpPr/>
          <p:nvPr>
            <p:ph idx="3" type="chart"/>
          </p:nvPr>
        </p:nvSpPr>
        <p:spPr>
          <a:xfrm>
            <a:off x="4350396" y="1640876"/>
            <a:ext cx="3481200" cy="3227988"/>
          </a:xfrm>
          <a:prstGeom prst="rect">
            <a:avLst/>
          </a:prstGeom>
          <a:solidFill>
            <a:srgbClr val="E1E4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22" name="Google Shape;1522;p138"/>
          <p:cNvSpPr txBox="1"/>
          <p:nvPr>
            <p:ph idx="4" type="body"/>
          </p:nvPr>
        </p:nvSpPr>
        <p:spPr>
          <a:xfrm>
            <a:off x="4350396" y="5052060"/>
            <a:ext cx="3481201" cy="897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3" name="Google Shape;1523;p138"/>
          <p:cNvSpPr txBox="1"/>
          <p:nvPr>
            <p:ph idx="5" type="body"/>
          </p:nvPr>
        </p:nvSpPr>
        <p:spPr>
          <a:xfrm>
            <a:off x="8005469" y="5052060"/>
            <a:ext cx="3481201" cy="897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4" name="Google Shape;1524;p138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1525" name="Google Shape;1525;p138"/>
          <p:cNvSpPr txBox="1"/>
          <p:nvPr>
            <p:ph idx="6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6" name="Google Shape;1526;p138"/>
          <p:cNvSpPr/>
          <p:nvPr>
            <p:ph idx="7" type="chart"/>
          </p:nvPr>
        </p:nvSpPr>
        <p:spPr>
          <a:xfrm>
            <a:off x="8005468" y="1640876"/>
            <a:ext cx="3481200" cy="3227988"/>
          </a:xfrm>
          <a:prstGeom prst="rect">
            <a:avLst/>
          </a:prstGeom>
          <a:solidFill>
            <a:srgbClr val="E1E4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able">
  <p:cSld name="2_Table"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139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9" name="Google Shape;1529;p139"/>
          <p:cNvSpPr txBox="1"/>
          <p:nvPr>
            <p:ph idx="1" type="body"/>
          </p:nvPr>
        </p:nvSpPr>
        <p:spPr>
          <a:xfrm>
            <a:off x="694800" y="5049839"/>
            <a:ext cx="10799999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0" name="Google Shape;1530;p139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1" name="Google Shape;1531;p139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32" name="Google Shape;1532;p139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1533" name="Google Shape;1533;p139"/>
          <p:cNvSpPr txBox="1"/>
          <p:nvPr>
            <p:ph idx="2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able">
  <p:cSld name="3_Table"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140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6" name="Google Shape;1536;p140"/>
          <p:cNvSpPr txBox="1"/>
          <p:nvPr>
            <p:ph idx="1" type="body"/>
          </p:nvPr>
        </p:nvSpPr>
        <p:spPr>
          <a:xfrm>
            <a:off x="694800" y="1627200"/>
            <a:ext cx="10799999" cy="1622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7" name="Google Shape;1537;p140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8" name="Google Shape;1538;p140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39" name="Google Shape;1539;p140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1540" name="Google Shape;1540;p140"/>
          <p:cNvSpPr txBox="1"/>
          <p:nvPr>
            <p:ph idx="2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able">
  <p:cSld name="4_Table"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141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3" name="Google Shape;1543;p141"/>
          <p:cNvSpPr txBox="1"/>
          <p:nvPr>
            <p:ph idx="1" type="body"/>
          </p:nvPr>
        </p:nvSpPr>
        <p:spPr>
          <a:xfrm>
            <a:off x="694800" y="1627200"/>
            <a:ext cx="5310001" cy="1622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4" name="Google Shape;1544;p141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5" name="Google Shape;1545;p141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46" name="Google Shape;1546;p141"/>
          <p:cNvSpPr txBox="1"/>
          <p:nvPr>
            <p:ph idx="2" type="body"/>
          </p:nvPr>
        </p:nvSpPr>
        <p:spPr>
          <a:xfrm>
            <a:off x="6184798" y="1627200"/>
            <a:ext cx="5310001" cy="1622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7" name="Google Shape;1547;p141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1548" name="Google Shape;1548;p141"/>
          <p:cNvSpPr txBox="1"/>
          <p:nvPr>
            <p:ph idx="3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able">
  <p:cSld name="5_Table"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142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1" name="Google Shape;1551;p142"/>
          <p:cNvSpPr txBox="1"/>
          <p:nvPr>
            <p:ph idx="1" type="body"/>
          </p:nvPr>
        </p:nvSpPr>
        <p:spPr>
          <a:xfrm>
            <a:off x="694801" y="1627200"/>
            <a:ext cx="5580000" cy="1622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2" name="Google Shape;1552;p142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3" name="Google Shape;1553;p142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54" name="Google Shape;1554;p142"/>
          <p:cNvSpPr/>
          <p:nvPr>
            <p:ph idx="2" type="pic"/>
          </p:nvPr>
        </p:nvSpPr>
        <p:spPr>
          <a:xfrm>
            <a:off x="6456363" y="1628775"/>
            <a:ext cx="5040311" cy="467995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555" name="Google Shape;1555;p142"/>
          <p:cNvSpPr txBox="1"/>
          <p:nvPr>
            <p:ph idx="3" type="body"/>
          </p:nvPr>
        </p:nvSpPr>
        <p:spPr>
          <a:xfrm>
            <a:off x="6456363" y="5588725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6" name="Google Shape;1556;p142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1557" name="Google Shape;1557;p142"/>
          <p:cNvSpPr txBox="1"/>
          <p:nvPr>
            <p:ph idx="4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able">
  <p:cSld name="6_Table"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143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0" name="Google Shape;1560;p143"/>
          <p:cNvSpPr txBox="1"/>
          <p:nvPr>
            <p:ph idx="1" type="body"/>
          </p:nvPr>
        </p:nvSpPr>
        <p:spPr>
          <a:xfrm>
            <a:off x="694801" y="1627201"/>
            <a:ext cx="5310000" cy="1622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1" name="Google Shape;1561;p143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2" name="Google Shape;1562;p143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63" name="Google Shape;1563;p143"/>
          <p:cNvSpPr/>
          <p:nvPr>
            <p:ph idx="2" type="chart"/>
          </p:nvPr>
        </p:nvSpPr>
        <p:spPr>
          <a:xfrm>
            <a:off x="6186675" y="3429000"/>
            <a:ext cx="5310000" cy="2520952"/>
          </a:xfrm>
          <a:prstGeom prst="rect">
            <a:avLst/>
          </a:prstGeom>
          <a:solidFill>
            <a:srgbClr val="E1E4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4" name="Google Shape;1564;p143"/>
          <p:cNvSpPr txBox="1"/>
          <p:nvPr>
            <p:ph idx="3" type="body"/>
          </p:nvPr>
        </p:nvSpPr>
        <p:spPr>
          <a:xfrm>
            <a:off x="6184799" y="1627200"/>
            <a:ext cx="5310000" cy="1622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5" name="Google Shape;1565;p143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1566" name="Google Shape;1566;p143"/>
          <p:cNvSpPr txBox="1"/>
          <p:nvPr>
            <p:ph idx="4" type="body"/>
          </p:nvPr>
        </p:nvSpPr>
        <p:spPr>
          <a:xfrm>
            <a:off x="696388" y="6126162"/>
            <a:ext cx="899050" cy="2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Gallery">
  <p:cSld name="1_Gallery"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144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569" name="Google Shape;1569;p144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0" name="Google Shape;1570;p144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1" name="Google Shape;1571;p144"/>
          <p:cNvSpPr txBox="1"/>
          <p:nvPr>
            <p:ph idx="1" type="body"/>
          </p:nvPr>
        </p:nvSpPr>
        <p:spPr>
          <a:xfrm>
            <a:off x="4417" y="61380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Gallery">
  <p:cSld name="2_Gallery"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p145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4" name="Google Shape;1574;p145"/>
          <p:cNvSpPr txBox="1"/>
          <p:nvPr>
            <p:ph idx="1" type="body"/>
          </p:nvPr>
        </p:nvSpPr>
        <p:spPr>
          <a:xfrm>
            <a:off x="694800" y="1627200"/>
            <a:ext cx="10799999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5" name="Google Shape;1575;p145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6" name="Google Shape;1576;p145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7" name="Google Shape;1577;p145"/>
          <p:cNvSpPr/>
          <p:nvPr>
            <p:ph idx="2" type="pic"/>
          </p:nvPr>
        </p:nvSpPr>
        <p:spPr>
          <a:xfrm>
            <a:off x="695324" y="549275"/>
            <a:ext cx="10801351" cy="575945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578" name="Google Shape;1578;p145"/>
          <p:cNvSpPr txBox="1"/>
          <p:nvPr>
            <p:ph idx="3" type="body"/>
          </p:nvPr>
        </p:nvSpPr>
        <p:spPr>
          <a:xfrm>
            <a:off x="692924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9" name="Google Shape;1579;p145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Gallery">
  <p:cSld name="3_Gallery"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146"/>
          <p:cNvSpPr/>
          <p:nvPr>
            <p:ph idx="2" type="media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AAEA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82" name="Google Shape;1582;p146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3" name="Google Shape;1583;p146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Gallery">
  <p:cSld name="4_Gallery"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147"/>
          <p:cNvSpPr/>
          <p:nvPr>
            <p:ph idx="2" type="pic"/>
          </p:nvPr>
        </p:nvSpPr>
        <p:spPr>
          <a:xfrm>
            <a:off x="0" y="1627200"/>
            <a:ext cx="12192000" cy="52308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586" name="Google Shape;1586;p147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7" name="Google Shape;1587;p147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8" name="Google Shape;1588;p147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89" name="Google Shape;1589;p147"/>
          <p:cNvSpPr txBox="1"/>
          <p:nvPr>
            <p:ph idx="1" type="body"/>
          </p:nvPr>
        </p:nvSpPr>
        <p:spPr>
          <a:xfrm>
            <a:off x="4417" y="61380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Gallery">
  <p:cSld name="6_Gallery"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148"/>
          <p:cNvSpPr/>
          <p:nvPr>
            <p:ph idx="2" type="pic"/>
          </p:nvPr>
        </p:nvSpPr>
        <p:spPr>
          <a:xfrm>
            <a:off x="0" y="1627200"/>
            <a:ext cx="12192000" cy="468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592" name="Google Shape;1592;p148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3" name="Google Shape;1593;p148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4" name="Google Shape;1594;p148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95" name="Google Shape;1595;p148"/>
          <p:cNvSpPr txBox="1"/>
          <p:nvPr>
            <p:ph idx="1" type="body"/>
          </p:nvPr>
        </p:nvSpPr>
        <p:spPr>
          <a:xfrm>
            <a:off x="0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6" name="Google Shape;1596;p148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Gallery">
  <p:cSld name="9_Gallery"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p149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9" name="Google Shape;1599;p149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0" name="Google Shape;1600;p149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01" name="Google Shape;1601;p149"/>
          <p:cNvSpPr/>
          <p:nvPr>
            <p:ph idx="2" type="pic"/>
          </p:nvPr>
        </p:nvSpPr>
        <p:spPr>
          <a:xfrm>
            <a:off x="694799" y="1627200"/>
            <a:ext cx="7201425" cy="468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602" name="Google Shape;1602;p149"/>
          <p:cNvSpPr/>
          <p:nvPr>
            <p:ph idx="3" type="pic"/>
          </p:nvPr>
        </p:nvSpPr>
        <p:spPr>
          <a:xfrm>
            <a:off x="8075612" y="4057199"/>
            <a:ext cx="3419187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603" name="Google Shape;1603;p149"/>
          <p:cNvSpPr/>
          <p:nvPr>
            <p:ph idx="4" type="pic"/>
          </p:nvPr>
        </p:nvSpPr>
        <p:spPr>
          <a:xfrm>
            <a:off x="8075612" y="1627200"/>
            <a:ext cx="3419187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604" name="Google Shape;1604;p149"/>
          <p:cNvSpPr txBox="1"/>
          <p:nvPr>
            <p:ph idx="1" type="body"/>
          </p:nvPr>
        </p:nvSpPr>
        <p:spPr>
          <a:xfrm>
            <a:off x="694799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05" name="Google Shape;1605;p149"/>
          <p:cNvSpPr txBox="1"/>
          <p:nvPr>
            <p:ph idx="5" type="body"/>
          </p:nvPr>
        </p:nvSpPr>
        <p:spPr>
          <a:xfrm>
            <a:off x="8075612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06" name="Google Shape;1606;p149"/>
          <p:cNvSpPr txBox="1"/>
          <p:nvPr>
            <p:ph idx="6" type="body"/>
          </p:nvPr>
        </p:nvSpPr>
        <p:spPr>
          <a:xfrm>
            <a:off x="8075612" y="315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07" name="Google Shape;1607;p149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Gallery">
  <p:cSld name="10_Gallery"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150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0" name="Google Shape;1610;p150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1" name="Google Shape;1611;p150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2" name="Google Shape;1612;p150"/>
          <p:cNvSpPr/>
          <p:nvPr>
            <p:ph idx="2" type="pic"/>
          </p:nvPr>
        </p:nvSpPr>
        <p:spPr>
          <a:xfrm>
            <a:off x="694800" y="1627200"/>
            <a:ext cx="3481200" cy="468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613" name="Google Shape;1613;p150"/>
          <p:cNvSpPr/>
          <p:nvPr>
            <p:ph idx="3" type="pic"/>
          </p:nvPr>
        </p:nvSpPr>
        <p:spPr>
          <a:xfrm>
            <a:off x="8012905" y="1627200"/>
            <a:ext cx="3481893" cy="468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614" name="Google Shape;1614;p150"/>
          <p:cNvSpPr/>
          <p:nvPr>
            <p:ph idx="4" type="pic"/>
          </p:nvPr>
        </p:nvSpPr>
        <p:spPr>
          <a:xfrm>
            <a:off x="4353853" y="1627200"/>
            <a:ext cx="3481200" cy="468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615" name="Google Shape;1615;p150"/>
          <p:cNvSpPr txBox="1"/>
          <p:nvPr>
            <p:ph idx="1" type="body"/>
          </p:nvPr>
        </p:nvSpPr>
        <p:spPr>
          <a:xfrm>
            <a:off x="694799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16" name="Google Shape;1616;p150"/>
          <p:cNvSpPr txBox="1"/>
          <p:nvPr>
            <p:ph idx="5" type="body"/>
          </p:nvPr>
        </p:nvSpPr>
        <p:spPr>
          <a:xfrm>
            <a:off x="4353852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17" name="Google Shape;1617;p150"/>
          <p:cNvSpPr txBox="1"/>
          <p:nvPr>
            <p:ph idx="6" type="body"/>
          </p:nvPr>
        </p:nvSpPr>
        <p:spPr>
          <a:xfrm>
            <a:off x="8012905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18" name="Google Shape;1618;p150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Gallery">
  <p:cSld name="11_Gallery"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151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1" name="Google Shape;1621;p151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2" name="Google Shape;1622;p151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23" name="Google Shape;1623;p151"/>
          <p:cNvSpPr/>
          <p:nvPr>
            <p:ph idx="2" type="pic"/>
          </p:nvPr>
        </p:nvSpPr>
        <p:spPr>
          <a:xfrm>
            <a:off x="694800" y="1627200"/>
            <a:ext cx="5310000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624" name="Google Shape;1624;p151"/>
          <p:cNvSpPr/>
          <p:nvPr>
            <p:ph idx="3" type="pic"/>
          </p:nvPr>
        </p:nvSpPr>
        <p:spPr>
          <a:xfrm>
            <a:off x="6184106" y="1627200"/>
            <a:ext cx="5310693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625" name="Google Shape;1625;p151"/>
          <p:cNvSpPr/>
          <p:nvPr>
            <p:ph idx="4" type="pic"/>
          </p:nvPr>
        </p:nvSpPr>
        <p:spPr>
          <a:xfrm>
            <a:off x="694800" y="4056950"/>
            <a:ext cx="5310000" cy="2250251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626" name="Google Shape;1626;p151"/>
          <p:cNvSpPr/>
          <p:nvPr>
            <p:ph idx="5" type="pic"/>
          </p:nvPr>
        </p:nvSpPr>
        <p:spPr>
          <a:xfrm>
            <a:off x="6184106" y="4056948"/>
            <a:ext cx="5310694" cy="2250252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627" name="Google Shape;1627;p151"/>
          <p:cNvSpPr txBox="1"/>
          <p:nvPr>
            <p:ph idx="1" type="body"/>
          </p:nvPr>
        </p:nvSpPr>
        <p:spPr>
          <a:xfrm>
            <a:off x="694799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8" name="Google Shape;1628;p151"/>
          <p:cNvSpPr txBox="1"/>
          <p:nvPr>
            <p:ph idx="6" type="body"/>
          </p:nvPr>
        </p:nvSpPr>
        <p:spPr>
          <a:xfrm>
            <a:off x="6184800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9" name="Google Shape;1629;p151"/>
          <p:cNvSpPr txBox="1"/>
          <p:nvPr>
            <p:ph idx="7" type="body"/>
          </p:nvPr>
        </p:nvSpPr>
        <p:spPr>
          <a:xfrm>
            <a:off x="6184106" y="315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30" name="Google Shape;1630;p151"/>
          <p:cNvSpPr txBox="1"/>
          <p:nvPr>
            <p:ph idx="8" type="body"/>
          </p:nvPr>
        </p:nvSpPr>
        <p:spPr>
          <a:xfrm>
            <a:off x="694799" y="315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31" name="Google Shape;1631;p151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Gallery">
  <p:cSld name="12_Gallery"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152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4" name="Google Shape;1634;p152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5" name="Google Shape;1635;p152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6" name="Google Shape;1636;p152"/>
          <p:cNvSpPr/>
          <p:nvPr>
            <p:ph idx="2" type="pic"/>
          </p:nvPr>
        </p:nvSpPr>
        <p:spPr>
          <a:xfrm>
            <a:off x="694800" y="1627200"/>
            <a:ext cx="7020000" cy="468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637" name="Google Shape;1637;p152"/>
          <p:cNvSpPr/>
          <p:nvPr>
            <p:ph idx="3" type="pic"/>
          </p:nvPr>
        </p:nvSpPr>
        <p:spPr>
          <a:xfrm>
            <a:off x="7893844" y="1627200"/>
            <a:ext cx="3600956" cy="144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638" name="Google Shape;1638;p152"/>
          <p:cNvSpPr/>
          <p:nvPr>
            <p:ph idx="4" type="pic"/>
          </p:nvPr>
        </p:nvSpPr>
        <p:spPr>
          <a:xfrm>
            <a:off x="7893844" y="4867198"/>
            <a:ext cx="3600956" cy="1440001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639" name="Google Shape;1639;p152"/>
          <p:cNvSpPr/>
          <p:nvPr>
            <p:ph idx="5" type="pic"/>
          </p:nvPr>
        </p:nvSpPr>
        <p:spPr>
          <a:xfrm>
            <a:off x="7893844" y="3247199"/>
            <a:ext cx="3600956" cy="144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640" name="Google Shape;1640;p152"/>
          <p:cNvSpPr txBox="1"/>
          <p:nvPr>
            <p:ph idx="1" type="body"/>
          </p:nvPr>
        </p:nvSpPr>
        <p:spPr>
          <a:xfrm>
            <a:off x="694799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1" name="Google Shape;1641;p152"/>
          <p:cNvSpPr txBox="1"/>
          <p:nvPr>
            <p:ph idx="6" type="body"/>
          </p:nvPr>
        </p:nvSpPr>
        <p:spPr>
          <a:xfrm>
            <a:off x="7893822" y="5831637"/>
            <a:ext cx="2521476" cy="475562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2" name="Google Shape;1642;p152"/>
          <p:cNvSpPr txBox="1"/>
          <p:nvPr>
            <p:ph idx="7" type="body"/>
          </p:nvPr>
        </p:nvSpPr>
        <p:spPr>
          <a:xfrm>
            <a:off x="7893822" y="4211637"/>
            <a:ext cx="2521476" cy="475562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3" name="Google Shape;1643;p152"/>
          <p:cNvSpPr txBox="1"/>
          <p:nvPr>
            <p:ph idx="8" type="body"/>
          </p:nvPr>
        </p:nvSpPr>
        <p:spPr>
          <a:xfrm>
            <a:off x="7893822" y="2590800"/>
            <a:ext cx="2521476" cy="475562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4" name="Google Shape;1644;p152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Gallery">
  <p:cSld name="13_Gallery">
    <p:spTree>
      <p:nvGrpSpPr>
        <p:cNvPr id="1645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p153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7" name="Google Shape;1647;p153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8" name="Google Shape;1648;p153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49" name="Google Shape;1649;p153"/>
          <p:cNvSpPr/>
          <p:nvPr>
            <p:ph idx="2" type="pic"/>
          </p:nvPr>
        </p:nvSpPr>
        <p:spPr>
          <a:xfrm>
            <a:off x="694800" y="1627200"/>
            <a:ext cx="7020000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650" name="Google Shape;1650;p153"/>
          <p:cNvSpPr/>
          <p:nvPr>
            <p:ph idx="3" type="pic"/>
          </p:nvPr>
        </p:nvSpPr>
        <p:spPr>
          <a:xfrm>
            <a:off x="7894800" y="1627200"/>
            <a:ext cx="3600000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651" name="Google Shape;1651;p153"/>
          <p:cNvSpPr/>
          <p:nvPr>
            <p:ph idx="4" type="pic"/>
          </p:nvPr>
        </p:nvSpPr>
        <p:spPr>
          <a:xfrm>
            <a:off x="694800" y="4057198"/>
            <a:ext cx="3600000" cy="2250001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652" name="Google Shape;1652;p153"/>
          <p:cNvSpPr/>
          <p:nvPr>
            <p:ph idx="5" type="pic"/>
          </p:nvPr>
        </p:nvSpPr>
        <p:spPr>
          <a:xfrm>
            <a:off x="4474800" y="4057200"/>
            <a:ext cx="7020000" cy="2250002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653" name="Google Shape;1653;p153"/>
          <p:cNvSpPr txBox="1"/>
          <p:nvPr>
            <p:ph idx="1" type="body"/>
          </p:nvPr>
        </p:nvSpPr>
        <p:spPr>
          <a:xfrm>
            <a:off x="694799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4" name="Google Shape;1654;p153"/>
          <p:cNvSpPr txBox="1"/>
          <p:nvPr>
            <p:ph idx="6" type="body"/>
          </p:nvPr>
        </p:nvSpPr>
        <p:spPr>
          <a:xfrm>
            <a:off x="694799" y="315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5" name="Google Shape;1655;p153"/>
          <p:cNvSpPr txBox="1"/>
          <p:nvPr>
            <p:ph idx="7" type="body"/>
          </p:nvPr>
        </p:nvSpPr>
        <p:spPr>
          <a:xfrm>
            <a:off x="7894800" y="315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6" name="Google Shape;1656;p153"/>
          <p:cNvSpPr txBox="1"/>
          <p:nvPr>
            <p:ph idx="8" type="body"/>
          </p:nvPr>
        </p:nvSpPr>
        <p:spPr>
          <a:xfrm>
            <a:off x="4474800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7" name="Google Shape;1657;p153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Gallery">
  <p:cSld name="14_Gallery">
    <p:spTree>
      <p:nvGrpSpPr>
        <p:cNvPr id="1658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154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0" name="Google Shape;1660;p154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1" name="Google Shape;1661;p154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62" name="Google Shape;1662;p154"/>
          <p:cNvSpPr/>
          <p:nvPr>
            <p:ph idx="2" type="pic"/>
          </p:nvPr>
        </p:nvSpPr>
        <p:spPr>
          <a:xfrm>
            <a:off x="694800" y="1627200"/>
            <a:ext cx="3481200" cy="468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663" name="Google Shape;1663;p154"/>
          <p:cNvSpPr/>
          <p:nvPr>
            <p:ph idx="3" type="pic"/>
          </p:nvPr>
        </p:nvSpPr>
        <p:spPr>
          <a:xfrm>
            <a:off x="4354274" y="1627200"/>
            <a:ext cx="7140525" cy="198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664" name="Google Shape;1664;p154"/>
          <p:cNvSpPr/>
          <p:nvPr>
            <p:ph idx="4" type="pic"/>
          </p:nvPr>
        </p:nvSpPr>
        <p:spPr>
          <a:xfrm>
            <a:off x="8013600" y="3788724"/>
            <a:ext cx="3481200" cy="2518475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665" name="Google Shape;1665;p154"/>
          <p:cNvSpPr/>
          <p:nvPr>
            <p:ph idx="5" type="pic"/>
          </p:nvPr>
        </p:nvSpPr>
        <p:spPr>
          <a:xfrm>
            <a:off x="4352401" y="3788724"/>
            <a:ext cx="3481200" cy="2518476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666" name="Google Shape;1666;p154"/>
          <p:cNvSpPr txBox="1"/>
          <p:nvPr>
            <p:ph idx="1" type="body"/>
          </p:nvPr>
        </p:nvSpPr>
        <p:spPr>
          <a:xfrm>
            <a:off x="694799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67" name="Google Shape;1667;p154"/>
          <p:cNvSpPr txBox="1"/>
          <p:nvPr>
            <p:ph idx="6" type="body"/>
          </p:nvPr>
        </p:nvSpPr>
        <p:spPr>
          <a:xfrm>
            <a:off x="4352401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68" name="Google Shape;1668;p154"/>
          <p:cNvSpPr txBox="1"/>
          <p:nvPr>
            <p:ph idx="7" type="body"/>
          </p:nvPr>
        </p:nvSpPr>
        <p:spPr>
          <a:xfrm>
            <a:off x="8010002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69" name="Google Shape;1669;p154"/>
          <p:cNvSpPr txBox="1"/>
          <p:nvPr>
            <p:ph idx="8" type="body"/>
          </p:nvPr>
        </p:nvSpPr>
        <p:spPr>
          <a:xfrm>
            <a:off x="4353672" y="28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0" name="Google Shape;1670;p154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Gallery">
  <p:cSld name="15_Gallery"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155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3" name="Google Shape;1673;p155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4" name="Google Shape;1674;p155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75" name="Google Shape;1675;p155"/>
          <p:cNvSpPr/>
          <p:nvPr>
            <p:ph idx="2" type="pic"/>
          </p:nvPr>
        </p:nvSpPr>
        <p:spPr>
          <a:xfrm>
            <a:off x="694799" y="1627200"/>
            <a:ext cx="4677301" cy="468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676" name="Google Shape;1676;p155"/>
          <p:cNvSpPr/>
          <p:nvPr>
            <p:ph idx="3" type="pic"/>
          </p:nvPr>
        </p:nvSpPr>
        <p:spPr>
          <a:xfrm>
            <a:off x="8256588" y="4149725"/>
            <a:ext cx="3238212" cy="2157474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677" name="Google Shape;1677;p155"/>
          <p:cNvSpPr/>
          <p:nvPr>
            <p:ph idx="4" type="pic"/>
          </p:nvPr>
        </p:nvSpPr>
        <p:spPr>
          <a:xfrm>
            <a:off x="5556250" y="1627200"/>
            <a:ext cx="2517776" cy="468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678" name="Google Shape;1678;p155"/>
          <p:cNvSpPr/>
          <p:nvPr>
            <p:ph idx="5" type="pic"/>
          </p:nvPr>
        </p:nvSpPr>
        <p:spPr>
          <a:xfrm>
            <a:off x="8256587" y="1627199"/>
            <a:ext cx="3238212" cy="2341551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679" name="Google Shape;1679;p155"/>
          <p:cNvSpPr txBox="1"/>
          <p:nvPr>
            <p:ph idx="1" type="body"/>
          </p:nvPr>
        </p:nvSpPr>
        <p:spPr>
          <a:xfrm>
            <a:off x="694799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0" name="Google Shape;1680;p155"/>
          <p:cNvSpPr txBox="1"/>
          <p:nvPr>
            <p:ph idx="6" type="body"/>
          </p:nvPr>
        </p:nvSpPr>
        <p:spPr>
          <a:xfrm>
            <a:off x="5552550" y="5587200"/>
            <a:ext cx="233691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1" name="Google Shape;1681;p155"/>
          <p:cNvSpPr txBox="1"/>
          <p:nvPr>
            <p:ph idx="7" type="body"/>
          </p:nvPr>
        </p:nvSpPr>
        <p:spPr>
          <a:xfrm>
            <a:off x="8255301" y="324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2" name="Google Shape;1682;p155"/>
          <p:cNvSpPr txBox="1"/>
          <p:nvPr>
            <p:ph idx="8" type="body"/>
          </p:nvPr>
        </p:nvSpPr>
        <p:spPr>
          <a:xfrm>
            <a:off x="8255301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3" name="Google Shape;1683;p155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Gallery">
  <p:cSld name="16_Gallery"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p156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6" name="Google Shape;1686;p156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7" name="Google Shape;1687;p156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88" name="Google Shape;1688;p156"/>
          <p:cNvSpPr/>
          <p:nvPr>
            <p:ph idx="2" type="pic"/>
          </p:nvPr>
        </p:nvSpPr>
        <p:spPr>
          <a:xfrm>
            <a:off x="694800" y="1627200"/>
            <a:ext cx="3481200" cy="468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689" name="Google Shape;1689;p156"/>
          <p:cNvSpPr/>
          <p:nvPr>
            <p:ph idx="3" type="pic"/>
          </p:nvPr>
        </p:nvSpPr>
        <p:spPr>
          <a:xfrm>
            <a:off x="8013600" y="1627200"/>
            <a:ext cx="3481200" cy="468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690" name="Google Shape;1690;p156"/>
          <p:cNvSpPr/>
          <p:nvPr>
            <p:ph idx="4" type="pic"/>
          </p:nvPr>
        </p:nvSpPr>
        <p:spPr>
          <a:xfrm>
            <a:off x="4354200" y="1627199"/>
            <a:ext cx="3481200" cy="2251007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691" name="Google Shape;1691;p156"/>
          <p:cNvSpPr/>
          <p:nvPr>
            <p:ph idx="5" type="pic"/>
          </p:nvPr>
        </p:nvSpPr>
        <p:spPr>
          <a:xfrm>
            <a:off x="4354200" y="4056192"/>
            <a:ext cx="3481200" cy="2251007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692" name="Google Shape;1692;p156"/>
          <p:cNvSpPr txBox="1"/>
          <p:nvPr>
            <p:ph idx="1" type="body"/>
          </p:nvPr>
        </p:nvSpPr>
        <p:spPr>
          <a:xfrm>
            <a:off x="694799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3" name="Google Shape;1693;p156"/>
          <p:cNvSpPr txBox="1"/>
          <p:nvPr>
            <p:ph idx="6" type="body"/>
          </p:nvPr>
        </p:nvSpPr>
        <p:spPr>
          <a:xfrm>
            <a:off x="8013600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4" name="Google Shape;1694;p156"/>
          <p:cNvSpPr txBox="1"/>
          <p:nvPr>
            <p:ph idx="7" type="body"/>
          </p:nvPr>
        </p:nvSpPr>
        <p:spPr>
          <a:xfrm>
            <a:off x="4354200" y="3158207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5" name="Google Shape;1695;p156"/>
          <p:cNvSpPr txBox="1"/>
          <p:nvPr>
            <p:ph idx="8" type="body"/>
          </p:nvPr>
        </p:nvSpPr>
        <p:spPr>
          <a:xfrm>
            <a:off x="4354199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6" name="Google Shape;1696;p156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Gallery">
  <p:cSld name="17_Gallery"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157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9" name="Google Shape;1699;p157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0" name="Google Shape;1700;p157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01" name="Google Shape;1701;p157"/>
          <p:cNvSpPr/>
          <p:nvPr>
            <p:ph idx="2" type="pic"/>
          </p:nvPr>
        </p:nvSpPr>
        <p:spPr>
          <a:xfrm>
            <a:off x="694800" y="1627200"/>
            <a:ext cx="3481200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702" name="Google Shape;1702;p157"/>
          <p:cNvSpPr/>
          <p:nvPr>
            <p:ph idx="3" type="pic"/>
          </p:nvPr>
        </p:nvSpPr>
        <p:spPr>
          <a:xfrm>
            <a:off x="694800" y="4057200"/>
            <a:ext cx="3481200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703" name="Google Shape;1703;p157"/>
          <p:cNvSpPr/>
          <p:nvPr>
            <p:ph idx="4" type="pic"/>
          </p:nvPr>
        </p:nvSpPr>
        <p:spPr>
          <a:xfrm>
            <a:off x="4353484" y="1627200"/>
            <a:ext cx="3481200" cy="468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704" name="Google Shape;1704;p157"/>
          <p:cNvSpPr/>
          <p:nvPr>
            <p:ph idx="5" type="pic"/>
          </p:nvPr>
        </p:nvSpPr>
        <p:spPr>
          <a:xfrm>
            <a:off x="8012168" y="1627200"/>
            <a:ext cx="3482632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705" name="Google Shape;1705;p157"/>
          <p:cNvSpPr/>
          <p:nvPr>
            <p:ph idx="6" type="pic"/>
          </p:nvPr>
        </p:nvSpPr>
        <p:spPr>
          <a:xfrm>
            <a:off x="8012166" y="4055674"/>
            <a:ext cx="3482633" cy="2251525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706" name="Google Shape;1706;p157"/>
          <p:cNvSpPr txBox="1"/>
          <p:nvPr>
            <p:ph idx="1" type="body"/>
          </p:nvPr>
        </p:nvSpPr>
        <p:spPr>
          <a:xfrm>
            <a:off x="694799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7" name="Google Shape;1707;p157"/>
          <p:cNvSpPr txBox="1"/>
          <p:nvPr>
            <p:ph idx="7" type="body"/>
          </p:nvPr>
        </p:nvSpPr>
        <p:spPr>
          <a:xfrm>
            <a:off x="8012166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8" name="Google Shape;1708;p157"/>
          <p:cNvSpPr txBox="1"/>
          <p:nvPr>
            <p:ph idx="8" type="body"/>
          </p:nvPr>
        </p:nvSpPr>
        <p:spPr>
          <a:xfrm>
            <a:off x="8012166" y="315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9" name="Google Shape;1709;p157"/>
          <p:cNvSpPr txBox="1"/>
          <p:nvPr>
            <p:ph idx="9" type="body"/>
          </p:nvPr>
        </p:nvSpPr>
        <p:spPr>
          <a:xfrm>
            <a:off x="4353482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0" name="Google Shape;1710;p157"/>
          <p:cNvSpPr txBox="1"/>
          <p:nvPr>
            <p:ph idx="13" type="body"/>
          </p:nvPr>
        </p:nvSpPr>
        <p:spPr>
          <a:xfrm>
            <a:off x="694799" y="315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1" name="Google Shape;1711;p157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Gallery">
  <p:cSld name="18_Gallery"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p158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4" name="Google Shape;1714;p158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5" name="Google Shape;1715;p158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16" name="Google Shape;1716;p158"/>
          <p:cNvSpPr/>
          <p:nvPr>
            <p:ph idx="2" type="pic"/>
          </p:nvPr>
        </p:nvSpPr>
        <p:spPr>
          <a:xfrm>
            <a:off x="694800" y="1627200"/>
            <a:ext cx="2520000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717" name="Google Shape;1717;p158"/>
          <p:cNvSpPr/>
          <p:nvPr>
            <p:ph idx="3" type="pic"/>
          </p:nvPr>
        </p:nvSpPr>
        <p:spPr>
          <a:xfrm>
            <a:off x="3395663" y="1627200"/>
            <a:ext cx="3600837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718" name="Google Shape;1718;p158"/>
          <p:cNvSpPr/>
          <p:nvPr>
            <p:ph idx="4" type="pic"/>
          </p:nvPr>
        </p:nvSpPr>
        <p:spPr>
          <a:xfrm>
            <a:off x="7175500" y="1627200"/>
            <a:ext cx="4319299" cy="468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719" name="Google Shape;1719;p158"/>
          <p:cNvSpPr/>
          <p:nvPr>
            <p:ph idx="5" type="pic"/>
          </p:nvPr>
        </p:nvSpPr>
        <p:spPr>
          <a:xfrm>
            <a:off x="694326" y="4056588"/>
            <a:ext cx="3600975" cy="2250001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720" name="Google Shape;1720;p158"/>
          <p:cNvSpPr/>
          <p:nvPr>
            <p:ph idx="6" type="pic"/>
          </p:nvPr>
        </p:nvSpPr>
        <p:spPr>
          <a:xfrm>
            <a:off x="4475163" y="4057198"/>
            <a:ext cx="2521338" cy="2250002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721" name="Google Shape;1721;p158"/>
          <p:cNvSpPr txBox="1"/>
          <p:nvPr>
            <p:ph idx="1" type="body"/>
          </p:nvPr>
        </p:nvSpPr>
        <p:spPr>
          <a:xfrm>
            <a:off x="694799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2" name="Google Shape;1722;p158"/>
          <p:cNvSpPr txBox="1"/>
          <p:nvPr>
            <p:ph idx="7" type="body"/>
          </p:nvPr>
        </p:nvSpPr>
        <p:spPr>
          <a:xfrm>
            <a:off x="7175500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3" name="Google Shape;1723;p158"/>
          <p:cNvSpPr txBox="1"/>
          <p:nvPr>
            <p:ph idx="8" type="body"/>
          </p:nvPr>
        </p:nvSpPr>
        <p:spPr>
          <a:xfrm>
            <a:off x="4475094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4" name="Google Shape;1724;p158"/>
          <p:cNvSpPr txBox="1"/>
          <p:nvPr>
            <p:ph idx="9" type="body"/>
          </p:nvPr>
        </p:nvSpPr>
        <p:spPr>
          <a:xfrm>
            <a:off x="3393730" y="315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5" name="Google Shape;1725;p158"/>
          <p:cNvSpPr txBox="1"/>
          <p:nvPr>
            <p:ph idx="13" type="body"/>
          </p:nvPr>
        </p:nvSpPr>
        <p:spPr>
          <a:xfrm>
            <a:off x="692893" y="315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6" name="Google Shape;1726;p158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Gallery">
  <p:cSld name="20_Gallery"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159"/>
          <p:cNvSpPr txBox="1"/>
          <p:nvPr>
            <p:ph type="title"/>
          </p:nvPr>
        </p:nvSpPr>
        <p:spPr>
          <a:xfrm>
            <a:off x="694800" y="673200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9" name="Google Shape;1729;p159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0" name="Google Shape;1730;p159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31" name="Google Shape;1731;p159"/>
          <p:cNvSpPr/>
          <p:nvPr>
            <p:ph idx="2" type="pic"/>
          </p:nvPr>
        </p:nvSpPr>
        <p:spPr>
          <a:xfrm>
            <a:off x="694800" y="1627200"/>
            <a:ext cx="2520000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732" name="Google Shape;1732;p159"/>
          <p:cNvSpPr/>
          <p:nvPr>
            <p:ph idx="3" type="pic"/>
          </p:nvPr>
        </p:nvSpPr>
        <p:spPr>
          <a:xfrm>
            <a:off x="4475163" y="4057198"/>
            <a:ext cx="2521338" cy="2250002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733" name="Google Shape;1733;p159"/>
          <p:cNvSpPr/>
          <p:nvPr>
            <p:ph idx="4" type="pic"/>
          </p:nvPr>
        </p:nvSpPr>
        <p:spPr>
          <a:xfrm>
            <a:off x="694800" y="1622783"/>
            <a:ext cx="3481200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734" name="Google Shape;1734;p159"/>
          <p:cNvSpPr/>
          <p:nvPr>
            <p:ph idx="5" type="pic"/>
          </p:nvPr>
        </p:nvSpPr>
        <p:spPr>
          <a:xfrm>
            <a:off x="8013598" y="1627200"/>
            <a:ext cx="3481201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735" name="Google Shape;1735;p159"/>
          <p:cNvSpPr/>
          <p:nvPr>
            <p:ph idx="6" type="pic"/>
          </p:nvPr>
        </p:nvSpPr>
        <p:spPr>
          <a:xfrm>
            <a:off x="4354199" y="1627200"/>
            <a:ext cx="3481200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736" name="Google Shape;1736;p159"/>
          <p:cNvSpPr/>
          <p:nvPr>
            <p:ph idx="7" type="pic"/>
          </p:nvPr>
        </p:nvSpPr>
        <p:spPr>
          <a:xfrm>
            <a:off x="694800" y="4057199"/>
            <a:ext cx="3481200" cy="22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737" name="Google Shape;1737;p159"/>
          <p:cNvSpPr/>
          <p:nvPr>
            <p:ph idx="8" type="pic"/>
          </p:nvPr>
        </p:nvSpPr>
        <p:spPr>
          <a:xfrm>
            <a:off x="8013598" y="4057198"/>
            <a:ext cx="3481202" cy="2250001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738" name="Google Shape;1738;p159"/>
          <p:cNvSpPr/>
          <p:nvPr>
            <p:ph idx="9" type="pic"/>
          </p:nvPr>
        </p:nvSpPr>
        <p:spPr>
          <a:xfrm>
            <a:off x="4354197" y="4057198"/>
            <a:ext cx="3481202" cy="2250002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739" name="Google Shape;1739;p159"/>
          <p:cNvSpPr txBox="1"/>
          <p:nvPr>
            <p:ph idx="1" type="body"/>
          </p:nvPr>
        </p:nvSpPr>
        <p:spPr>
          <a:xfrm>
            <a:off x="694799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0" name="Google Shape;1740;p159"/>
          <p:cNvSpPr txBox="1"/>
          <p:nvPr>
            <p:ph idx="13" type="body"/>
          </p:nvPr>
        </p:nvSpPr>
        <p:spPr>
          <a:xfrm>
            <a:off x="4354197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1" name="Google Shape;1741;p159"/>
          <p:cNvSpPr txBox="1"/>
          <p:nvPr>
            <p:ph idx="14" type="body"/>
          </p:nvPr>
        </p:nvSpPr>
        <p:spPr>
          <a:xfrm>
            <a:off x="8013596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2" name="Google Shape;1742;p159"/>
          <p:cNvSpPr txBox="1"/>
          <p:nvPr>
            <p:ph idx="15" type="body"/>
          </p:nvPr>
        </p:nvSpPr>
        <p:spPr>
          <a:xfrm>
            <a:off x="4354197" y="315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3" name="Google Shape;1743;p159"/>
          <p:cNvSpPr txBox="1"/>
          <p:nvPr>
            <p:ph idx="16" type="body"/>
          </p:nvPr>
        </p:nvSpPr>
        <p:spPr>
          <a:xfrm>
            <a:off x="8013596" y="315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4" name="Google Shape;1744;p159"/>
          <p:cNvSpPr txBox="1"/>
          <p:nvPr>
            <p:ph idx="17" type="body"/>
          </p:nvPr>
        </p:nvSpPr>
        <p:spPr>
          <a:xfrm>
            <a:off x="694799" y="315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5" name="Google Shape;1745;p159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ext and Images">
  <p:cSld name="1_Text and Images"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p160"/>
          <p:cNvSpPr/>
          <p:nvPr>
            <p:ph idx="2" type="pic"/>
          </p:nvPr>
        </p:nvSpPr>
        <p:spPr>
          <a:xfrm>
            <a:off x="8075612" y="-1449"/>
            <a:ext cx="4116387" cy="6857999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748" name="Google Shape;1748;p160"/>
          <p:cNvSpPr txBox="1"/>
          <p:nvPr>
            <p:ph type="title"/>
          </p:nvPr>
        </p:nvSpPr>
        <p:spPr>
          <a:xfrm>
            <a:off x="694800" y="673200"/>
            <a:ext cx="7201426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9" name="Google Shape;1749;p160"/>
          <p:cNvSpPr txBox="1"/>
          <p:nvPr>
            <p:ph idx="1" type="body"/>
          </p:nvPr>
        </p:nvSpPr>
        <p:spPr>
          <a:xfrm>
            <a:off x="694800" y="1627200"/>
            <a:ext cx="7201425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0" name="Google Shape;1750;p160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1" name="Google Shape;1751;p160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52" name="Google Shape;1752;p160"/>
          <p:cNvSpPr txBox="1"/>
          <p:nvPr>
            <p:ph idx="3" type="body"/>
          </p:nvPr>
        </p:nvSpPr>
        <p:spPr>
          <a:xfrm>
            <a:off x="8075612" y="61380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ext and Images">
  <p:cSld name="2_Text and Images">
    <p:spTree>
      <p:nvGrpSpPr>
        <p:cNvPr id="1753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p161"/>
          <p:cNvSpPr/>
          <p:nvPr>
            <p:ph idx="2" type="pic"/>
          </p:nvPr>
        </p:nvSpPr>
        <p:spPr>
          <a:xfrm>
            <a:off x="6094800" y="1"/>
            <a:ext cx="6097200" cy="6857999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755" name="Google Shape;1755;p161"/>
          <p:cNvSpPr txBox="1"/>
          <p:nvPr>
            <p:ph type="title"/>
          </p:nvPr>
        </p:nvSpPr>
        <p:spPr>
          <a:xfrm>
            <a:off x="694800" y="673200"/>
            <a:ext cx="5221814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6" name="Google Shape;1756;p161"/>
          <p:cNvSpPr txBox="1"/>
          <p:nvPr>
            <p:ph idx="1" type="body"/>
          </p:nvPr>
        </p:nvSpPr>
        <p:spPr>
          <a:xfrm>
            <a:off x="694800" y="1627200"/>
            <a:ext cx="5221813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7" name="Google Shape;1757;p161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8" name="Google Shape;1758;p161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59" name="Google Shape;1759;p161"/>
          <p:cNvSpPr txBox="1"/>
          <p:nvPr>
            <p:ph idx="3" type="body"/>
          </p:nvPr>
        </p:nvSpPr>
        <p:spPr>
          <a:xfrm>
            <a:off x="6094798" y="61380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ext and Images">
  <p:cSld name="3_Text and Images"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p162"/>
          <p:cNvSpPr/>
          <p:nvPr>
            <p:ph idx="2" type="pic"/>
          </p:nvPr>
        </p:nvSpPr>
        <p:spPr>
          <a:xfrm>
            <a:off x="4656138" y="0"/>
            <a:ext cx="7535862" cy="6857999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762" name="Google Shape;1762;p162"/>
          <p:cNvSpPr txBox="1"/>
          <p:nvPr>
            <p:ph type="title"/>
          </p:nvPr>
        </p:nvSpPr>
        <p:spPr>
          <a:xfrm>
            <a:off x="694800" y="673200"/>
            <a:ext cx="3780364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3" name="Google Shape;1763;p162"/>
          <p:cNvSpPr txBox="1"/>
          <p:nvPr>
            <p:ph idx="1" type="body"/>
          </p:nvPr>
        </p:nvSpPr>
        <p:spPr>
          <a:xfrm>
            <a:off x="694800" y="1627200"/>
            <a:ext cx="3780363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4" name="Google Shape;1764;p162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5" name="Google Shape;1765;p162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66" name="Google Shape;1766;p162"/>
          <p:cNvSpPr txBox="1"/>
          <p:nvPr>
            <p:ph idx="3" type="body"/>
          </p:nvPr>
        </p:nvSpPr>
        <p:spPr>
          <a:xfrm>
            <a:off x="4654292" y="61380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Images">
  <p:cSld name="4_Text and Images"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163"/>
          <p:cNvSpPr/>
          <p:nvPr>
            <p:ph idx="2" type="pic"/>
          </p:nvPr>
        </p:nvSpPr>
        <p:spPr>
          <a:xfrm>
            <a:off x="3395663" y="0"/>
            <a:ext cx="8796337" cy="6857999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769" name="Google Shape;1769;p163"/>
          <p:cNvSpPr txBox="1"/>
          <p:nvPr>
            <p:ph type="title"/>
          </p:nvPr>
        </p:nvSpPr>
        <p:spPr>
          <a:xfrm>
            <a:off x="694799" y="673200"/>
            <a:ext cx="2521475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0" name="Google Shape;1770;p163"/>
          <p:cNvSpPr txBox="1"/>
          <p:nvPr>
            <p:ph idx="1" type="body"/>
          </p:nvPr>
        </p:nvSpPr>
        <p:spPr>
          <a:xfrm>
            <a:off x="694800" y="1627200"/>
            <a:ext cx="2521475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1" name="Google Shape;1771;p163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2" name="Google Shape;1772;p163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73" name="Google Shape;1773;p163"/>
          <p:cNvSpPr txBox="1"/>
          <p:nvPr>
            <p:ph idx="3" type="body"/>
          </p:nvPr>
        </p:nvSpPr>
        <p:spPr>
          <a:xfrm>
            <a:off x="3395663" y="61380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ext and Images">
  <p:cSld name="5_Text and Images"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164"/>
          <p:cNvSpPr txBox="1"/>
          <p:nvPr>
            <p:ph type="title"/>
          </p:nvPr>
        </p:nvSpPr>
        <p:spPr>
          <a:xfrm>
            <a:off x="694800" y="673200"/>
            <a:ext cx="2521476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6" name="Google Shape;1776;p164"/>
          <p:cNvSpPr txBox="1"/>
          <p:nvPr>
            <p:ph idx="1" type="body"/>
          </p:nvPr>
        </p:nvSpPr>
        <p:spPr>
          <a:xfrm>
            <a:off x="694800" y="1627200"/>
            <a:ext cx="2521475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7" name="Google Shape;1777;p164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8" name="Google Shape;1778;p164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79" name="Google Shape;1779;p164"/>
          <p:cNvSpPr/>
          <p:nvPr>
            <p:ph idx="2" type="pic"/>
          </p:nvPr>
        </p:nvSpPr>
        <p:spPr>
          <a:xfrm>
            <a:off x="3395663" y="550800"/>
            <a:ext cx="8099137" cy="57564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780" name="Google Shape;1780;p164"/>
          <p:cNvSpPr txBox="1"/>
          <p:nvPr>
            <p:ph idx="3" type="body"/>
          </p:nvPr>
        </p:nvSpPr>
        <p:spPr>
          <a:xfrm>
            <a:off x="3405450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1" name="Google Shape;1781;p164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ext and Images">
  <p:cSld name="6_Text and Images">
    <p:spTree>
      <p:nvGrpSpPr>
        <p:cNvPr id="1782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p165"/>
          <p:cNvSpPr txBox="1"/>
          <p:nvPr>
            <p:ph type="title"/>
          </p:nvPr>
        </p:nvSpPr>
        <p:spPr>
          <a:xfrm>
            <a:off x="694800" y="673200"/>
            <a:ext cx="3600976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4" name="Google Shape;1784;p165"/>
          <p:cNvSpPr txBox="1"/>
          <p:nvPr>
            <p:ph idx="1" type="body"/>
          </p:nvPr>
        </p:nvSpPr>
        <p:spPr>
          <a:xfrm>
            <a:off x="694800" y="1627200"/>
            <a:ext cx="3600975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5" name="Google Shape;1785;p165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6" name="Google Shape;1786;p165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87" name="Google Shape;1787;p165"/>
          <p:cNvSpPr/>
          <p:nvPr>
            <p:ph idx="2" type="pic"/>
          </p:nvPr>
        </p:nvSpPr>
        <p:spPr>
          <a:xfrm>
            <a:off x="4475162" y="550800"/>
            <a:ext cx="7019637" cy="57564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788" name="Google Shape;1788;p165"/>
          <p:cNvSpPr txBox="1"/>
          <p:nvPr>
            <p:ph idx="3" type="body"/>
          </p:nvPr>
        </p:nvSpPr>
        <p:spPr>
          <a:xfrm>
            <a:off x="4475162" y="5587201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9" name="Google Shape;1789;p165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ext and Images">
  <p:cSld name="7_Text and Images">
    <p:spTree>
      <p:nvGrpSpPr>
        <p:cNvPr id="1790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p166"/>
          <p:cNvSpPr txBox="1"/>
          <p:nvPr>
            <p:ph type="title"/>
          </p:nvPr>
        </p:nvSpPr>
        <p:spPr>
          <a:xfrm>
            <a:off x="694799" y="673200"/>
            <a:ext cx="5190021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2" name="Google Shape;1792;p166"/>
          <p:cNvSpPr txBox="1"/>
          <p:nvPr>
            <p:ph idx="1" type="body"/>
          </p:nvPr>
        </p:nvSpPr>
        <p:spPr>
          <a:xfrm>
            <a:off x="694800" y="1627200"/>
            <a:ext cx="5190021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3" name="Google Shape;1793;p166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4" name="Google Shape;1794;p166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95" name="Google Shape;1795;p166"/>
          <p:cNvSpPr/>
          <p:nvPr>
            <p:ph idx="2" type="pic"/>
          </p:nvPr>
        </p:nvSpPr>
        <p:spPr>
          <a:xfrm>
            <a:off x="6096000" y="550800"/>
            <a:ext cx="5398800" cy="57564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796" name="Google Shape;1796;p166"/>
          <p:cNvSpPr txBox="1"/>
          <p:nvPr>
            <p:ph idx="3" type="body"/>
          </p:nvPr>
        </p:nvSpPr>
        <p:spPr>
          <a:xfrm>
            <a:off x="6094798" y="5587201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7" name="Google Shape;1797;p166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ext and Images">
  <p:cSld name="8_Text and Images">
    <p:spTree>
      <p:nvGrpSpPr>
        <p:cNvPr id="1798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p167"/>
          <p:cNvSpPr txBox="1"/>
          <p:nvPr>
            <p:ph type="title"/>
          </p:nvPr>
        </p:nvSpPr>
        <p:spPr>
          <a:xfrm>
            <a:off x="694799" y="673200"/>
            <a:ext cx="504083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0" name="Google Shape;1800;p167"/>
          <p:cNvSpPr txBox="1"/>
          <p:nvPr>
            <p:ph idx="1" type="body"/>
          </p:nvPr>
        </p:nvSpPr>
        <p:spPr>
          <a:xfrm>
            <a:off x="694801" y="1627200"/>
            <a:ext cx="5040837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1" name="Google Shape;1801;p167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2" name="Google Shape;1802;p167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03" name="Google Shape;1803;p167"/>
          <p:cNvSpPr/>
          <p:nvPr>
            <p:ph idx="2" type="pic"/>
          </p:nvPr>
        </p:nvSpPr>
        <p:spPr>
          <a:xfrm>
            <a:off x="5916613" y="550799"/>
            <a:ext cx="5578186" cy="2790095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804" name="Google Shape;1804;p167"/>
          <p:cNvSpPr/>
          <p:nvPr>
            <p:ph idx="3" type="pic"/>
          </p:nvPr>
        </p:nvSpPr>
        <p:spPr>
          <a:xfrm>
            <a:off x="5916612" y="3517104"/>
            <a:ext cx="5578187" cy="2790095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805" name="Google Shape;1805;p167"/>
          <p:cNvSpPr txBox="1"/>
          <p:nvPr>
            <p:ph idx="4" type="body"/>
          </p:nvPr>
        </p:nvSpPr>
        <p:spPr>
          <a:xfrm>
            <a:off x="5913578" y="5586898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6" name="Google Shape;1806;p167"/>
          <p:cNvSpPr txBox="1"/>
          <p:nvPr>
            <p:ph idx="5" type="body"/>
          </p:nvPr>
        </p:nvSpPr>
        <p:spPr>
          <a:xfrm>
            <a:off x="5913578" y="2620894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7" name="Google Shape;1807;p167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ext and Images">
  <p:cSld name="9_Text and Images"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p168"/>
          <p:cNvSpPr txBox="1"/>
          <p:nvPr>
            <p:ph type="title"/>
          </p:nvPr>
        </p:nvSpPr>
        <p:spPr>
          <a:xfrm>
            <a:off x="694800" y="673200"/>
            <a:ext cx="5040838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0" name="Google Shape;1810;p168"/>
          <p:cNvSpPr txBox="1"/>
          <p:nvPr>
            <p:ph idx="1" type="body"/>
          </p:nvPr>
        </p:nvSpPr>
        <p:spPr>
          <a:xfrm>
            <a:off x="694801" y="1627200"/>
            <a:ext cx="5040838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1" name="Google Shape;1811;p168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2" name="Google Shape;1812;p168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13" name="Google Shape;1813;p168"/>
          <p:cNvSpPr/>
          <p:nvPr>
            <p:ph idx="2" type="pic"/>
          </p:nvPr>
        </p:nvSpPr>
        <p:spPr>
          <a:xfrm>
            <a:off x="8796339" y="550800"/>
            <a:ext cx="2698462" cy="57564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814" name="Google Shape;1814;p168"/>
          <p:cNvSpPr/>
          <p:nvPr>
            <p:ph idx="3" type="pic"/>
          </p:nvPr>
        </p:nvSpPr>
        <p:spPr>
          <a:xfrm>
            <a:off x="5918400" y="550800"/>
            <a:ext cx="2700000" cy="57564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815" name="Google Shape;1815;p168"/>
          <p:cNvSpPr txBox="1"/>
          <p:nvPr>
            <p:ph idx="4" type="body"/>
          </p:nvPr>
        </p:nvSpPr>
        <p:spPr>
          <a:xfrm>
            <a:off x="5913578" y="5586898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6" name="Google Shape;1816;p168"/>
          <p:cNvSpPr txBox="1"/>
          <p:nvPr>
            <p:ph idx="5" type="body"/>
          </p:nvPr>
        </p:nvSpPr>
        <p:spPr>
          <a:xfrm>
            <a:off x="8794754" y="5586898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7" name="Google Shape;1817;p168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Text and Images">
  <p:cSld name="10_Text and Images">
    <p:spTree>
      <p:nvGrpSpPr>
        <p:cNvPr id="1818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p169"/>
          <p:cNvSpPr txBox="1"/>
          <p:nvPr>
            <p:ph type="title"/>
          </p:nvPr>
        </p:nvSpPr>
        <p:spPr>
          <a:xfrm>
            <a:off x="694799" y="673200"/>
            <a:ext cx="2157741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0" name="Google Shape;1820;p169"/>
          <p:cNvSpPr txBox="1"/>
          <p:nvPr>
            <p:ph idx="1" type="body"/>
          </p:nvPr>
        </p:nvSpPr>
        <p:spPr>
          <a:xfrm>
            <a:off x="694800" y="1627200"/>
            <a:ext cx="2161113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21" name="Google Shape;1821;p169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2" name="Google Shape;1822;p169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23" name="Google Shape;1823;p169"/>
          <p:cNvSpPr/>
          <p:nvPr>
            <p:ph idx="2" type="pic"/>
          </p:nvPr>
        </p:nvSpPr>
        <p:spPr>
          <a:xfrm>
            <a:off x="8796339" y="550800"/>
            <a:ext cx="2698462" cy="57564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824" name="Google Shape;1824;p169"/>
          <p:cNvSpPr/>
          <p:nvPr>
            <p:ph idx="3" type="pic"/>
          </p:nvPr>
        </p:nvSpPr>
        <p:spPr>
          <a:xfrm>
            <a:off x="5918400" y="550800"/>
            <a:ext cx="2700000" cy="57564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825" name="Google Shape;1825;p169"/>
          <p:cNvSpPr/>
          <p:nvPr>
            <p:ph idx="4" type="pic"/>
          </p:nvPr>
        </p:nvSpPr>
        <p:spPr>
          <a:xfrm>
            <a:off x="3035301" y="549275"/>
            <a:ext cx="2700338" cy="57564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826" name="Google Shape;1826;p169"/>
          <p:cNvSpPr txBox="1"/>
          <p:nvPr>
            <p:ph idx="5" type="body"/>
          </p:nvPr>
        </p:nvSpPr>
        <p:spPr>
          <a:xfrm>
            <a:off x="3032402" y="5586898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27" name="Google Shape;1827;p169"/>
          <p:cNvSpPr txBox="1"/>
          <p:nvPr>
            <p:ph idx="6" type="body"/>
          </p:nvPr>
        </p:nvSpPr>
        <p:spPr>
          <a:xfrm>
            <a:off x="5913578" y="5586898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28" name="Google Shape;1828;p169"/>
          <p:cNvSpPr txBox="1"/>
          <p:nvPr>
            <p:ph idx="7" type="body"/>
          </p:nvPr>
        </p:nvSpPr>
        <p:spPr>
          <a:xfrm>
            <a:off x="8794754" y="5586898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29" name="Google Shape;1829;p169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Text and Images">
  <p:cSld name="11_Text and Images">
    <p:spTree>
      <p:nvGrpSpPr>
        <p:cNvPr id="1830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p170"/>
          <p:cNvSpPr txBox="1"/>
          <p:nvPr>
            <p:ph idx="1" type="body"/>
          </p:nvPr>
        </p:nvSpPr>
        <p:spPr>
          <a:xfrm>
            <a:off x="694801" y="1627200"/>
            <a:ext cx="5040838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32" name="Google Shape;1832;p170"/>
          <p:cNvSpPr txBox="1"/>
          <p:nvPr>
            <p:ph type="title"/>
          </p:nvPr>
        </p:nvSpPr>
        <p:spPr>
          <a:xfrm>
            <a:off x="694799" y="673200"/>
            <a:ext cx="504083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3" name="Google Shape;1833;p170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4" name="Google Shape;1834;p170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35" name="Google Shape;1835;p170"/>
          <p:cNvSpPr/>
          <p:nvPr>
            <p:ph idx="2" type="pic"/>
          </p:nvPr>
        </p:nvSpPr>
        <p:spPr>
          <a:xfrm>
            <a:off x="5916613" y="3517436"/>
            <a:ext cx="5578187" cy="2789764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836" name="Google Shape;1836;p170"/>
          <p:cNvSpPr/>
          <p:nvPr>
            <p:ph idx="3" type="pic"/>
          </p:nvPr>
        </p:nvSpPr>
        <p:spPr>
          <a:xfrm>
            <a:off x="5916613" y="550801"/>
            <a:ext cx="2700338" cy="2789764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837" name="Google Shape;1837;p170"/>
          <p:cNvSpPr/>
          <p:nvPr>
            <p:ph idx="4" type="pic"/>
          </p:nvPr>
        </p:nvSpPr>
        <p:spPr>
          <a:xfrm>
            <a:off x="8796338" y="550800"/>
            <a:ext cx="2698462" cy="2789764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838" name="Google Shape;1838;p170"/>
          <p:cNvSpPr txBox="1"/>
          <p:nvPr>
            <p:ph idx="5" type="body"/>
          </p:nvPr>
        </p:nvSpPr>
        <p:spPr>
          <a:xfrm>
            <a:off x="5915026" y="2620566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39" name="Google Shape;1839;p170"/>
          <p:cNvSpPr txBox="1"/>
          <p:nvPr>
            <p:ph idx="6" type="body"/>
          </p:nvPr>
        </p:nvSpPr>
        <p:spPr>
          <a:xfrm>
            <a:off x="8796338" y="2620566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40" name="Google Shape;1840;p170"/>
          <p:cNvSpPr txBox="1"/>
          <p:nvPr>
            <p:ph idx="7" type="body"/>
          </p:nvPr>
        </p:nvSpPr>
        <p:spPr>
          <a:xfrm>
            <a:off x="5913578" y="5586898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41" name="Google Shape;1841;p170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Text and Image">
  <p:cSld name="12_Text and Image"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p171"/>
          <p:cNvSpPr txBox="1"/>
          <p:nvPr>
            <p:ph type="title"/>
          </p:nvPr>
        </p:nvSpPr>
        <p:spPr>
          <a:xfrm>
            <a:off x="694800" y="673200"/>
            <a:ext cx="3780364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4" name="Google Shape;1844;p171"/>
          <p:cNvSpPr txBox="1"/>
          <p:nvPr>
            <p:ph idx="1" type="body"/>
          </p:nvPr>
        </p:nvSpPr>
        <p:spPr>
          <a:xfrm>
            <a:off x="694800" y="1627200"/>
            <a:ext cx="3780363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45" name="Google Shape;1845;p171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6" name="Google Shape;1846;p171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47" name="Google Shape;1847;p171"/>
          <p:cNvSpPr/>
          <p:nvPr>
            <p:ph idx="2" type="pic"/>
          </p:nvPr>
        </p:nvSpPr>
        <p:spPr>
          <a:xfrm>
            <a:off x="4656137" y="3517436"/>
            <a:ext cx="6838663" cy="2789764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848" name="Google Shape;1848;p171"/>
          <p:cNvSpPr/>
          <p:nvPr>
            <p:ph idx="3" type="pic"/>
          </p:nvPr>
        </p:nvSpPr>
        <p:spPr>
          <a:xfrm>
            <a:off x="4656137" y="550801"/>
            <a:ext cx="3960813" cy="2789764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849" name="Google Shape;1849;p171"/>
          <p:cNvSpPr/>
          <p:nvPr>
            <p:ph idx="4" type="pic"/>
          </p:nvPr>
        </p:nvSpPr>
        <p:spPr>
          <a:xfrm>
            <a:off x="8796338" y="550800"/>
            <a:ext cx="2698462" cy="2789764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850" name="Google Shape;1850;p171"/>
          <p:cNvSpPr txBox="1"/>
          <p:nvPr>
            <p:ph idx="5" type="body"/>
          </p:nvPr>
        </p:nvSpPr>
        <p:spPr>
          <a:xfrm>
            <a:off x="4656137" y="5587201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51" name="Google Shape;1851;p171"/>
          <p:cNvSpPr txBox="1"/>
          <p:nvPr>
            <p:ph idx="6" type="body"/>
          </p:nvPr>
        </p:nvSpPr>
        <p:spPr>
          <a:xfrm>
            <a:off x="4654551" y="2620566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52" name="Google Shape;1852;p171"/>
          <p:cNvSpPr txBox="1"/>
          <p:nvPr>
            <p:ph idx="7" type="body"/>
          </p:nvPr>
        </p:nvSpPr>
        <p:spPr>
          <a:xfrm>
            <a:off x="8796338" y="2620564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53" name="Google Shape;1853;p171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Text and Image">
  <p:cSld name="13_Text and Image"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p172"/>
          <p:cNvSpPr txBox="1"/>
          <p:nvPr>
            <p:ph type="title"/>
          </p:nvPr>
        </p:nvSpPr>
        <p:spPr>
          <a:xfrm>
            <a:off x="694799" y="673200"/>
            <a:ext cx="504083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6" name="Google Shape;1856;p172"/>
          <p:cNvSpPr txBox="1"/>
          <p:nvPr>
            <p:ph idx="1" type="body"/>
          </p:nvPr>
        </p:nvSpPr>
        <p:spPr>
          <a:xfrm>
            <a:off x="694801" y="1627200"/>
            <a:ext cx="5040838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57" name="Google Shape;1857;p172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8" name="Google Shape;1858;p172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59" name="Google Shape;1859;p172"/>
          <p:cNvSpPr/>
          <p:nvPr>
            <p:ph idx="2" type="pic"/>
          </p:nvPr>
        </p:nvSpPr>
        <p:spPr>
          <a:xfrm>
            <a:off x="8794462" y="3517122"/>
            <a:ext cx="2700338" cy="2790078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860" name="Google Shape;1860;p172"/>
          <p:cNvSpPr/>
          <p:nvPr>
            <p:ph idx="3" type="pic"/>
          </p:nvPr>
        </p:nvSpPr>
        <p:spPr>
          <a:xfrm>
            <a:off x="5916612" y="550800"/>
            <a:ext cx="5578187" cy="2790078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861" name="Google Shape;1861;p172"/>
          <p:cNvSpPr/>
          <p:nvPr>
            <p:ph idx="4" type="pic"/>
          </p:nvPr>
        </p:nvSpPr>
        <p:spPr>
          <a:xfrm>
            <a:off x="5916612" y="3517122"/>
            <a:ext cx="2700338" cy="2790078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862" name="Google Shape;1862;p172"/>
          <p:cNvSpPr txBox="1"/>
          <p:nvPr>
            <p:ph idx="5" type="body"/>
          </p:nvPr>
        </p:nvSpPr>
        <p:spPr>
          <a:xfrm>
            <a:off x="5913578" y="5586898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63" name="Google Shape;1863;p172"/>
          <p:cNvSpPr txBox="1"/>
          <p:nvPr>
            <p:ph idx="6" type="body"/>
          </p:nvPr>
        </p:nvSpPr>
        <p:spPr>
          <a:xfrm>
            <a:off x="8794462" y="5586898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64" name="Google Shape;1864;p172"/>
          <p:cNvSpPr txBox="1"/>
          <p:nvPr>
            <p:ph idx="7" type="body"/>
          </p:nvPr>
        </p:nvSpPr>
        <p:spPr>
          <a:xfrm>
            <a:off x="5913578" y="2620879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65" name="Google Shape;1865;p172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Text and Image">
  <p:cSld name="14_Text and Image">
    <p:spTree>
      <p:nvGrpSpPr>
        <p:cNvPr id="1866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p173"/>
          <p:cNvSpPr txBox="1"/>
          <p:nvPr>
            <p:ph type="title"/>
          </p:nvPr>
        </p:nvSpPr>
        <p:spPr>
          <a:xfrm>
            <a:off x="694800" y="673200"/>
            <a:ext cx="3780364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8" name="Google Shape;1868;p173"/>
          <p:cNvSpPr txBox="1"/>
          <p:nvPr>
            <p:ph idx="1" type="body"/>
          </p:nvPr>
        </p:nvSpPr>
        <p:spPr>
          <a:xfrm>
            <a:off x="694801" y="1627200"/>
            <a:ext cx="3780362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69" name="Google Shape;1869;p173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0" name="Google Shape;1870;p173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71" name="Google Shape;1871;p173"/>
          <p:cNvSpPr/>
          <p:nvPr>
            <p:ph idx="2" type="pic"/>
          </p:nvPr>
        </p:nvSpPr>
        <p:spPr>
          <a:xfrm>
            <a:off x="4654800" y="3789872"/>
            <a:ext cx="6839999" cy="2517329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872" name="Google Shape;1872;p173"/>
          <p:cNvSpPr/>
          <p:nvPr>
            <p:ph idx="3" type="pic"/>
          </p:nvPr>
        </p:nvSpPr>
        <p:spPr>
          <a:xfrm>
            <a:off x="4654800" y="550800"/>
            <a:ext cx="2160000" cy="306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873" name="Google Shape;1873;p173"/>
          <p:cNvSpPr/>
          <p:nvPr>
            <p:ph idx="4" type="pic"/>
          </p:nvPr>
        </p:nvSpPr>
        <p:spPr>
          <a:xfrm>
            <a:off x="6994438" y="550800"/>
            <a:ext cx="2160000" cy="306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874" name="Google Shape;1874;p173"/>
          <p:cNvSpPr/>
          <p:nvPr>
            <p:ph idx="5" type="pic"/>
          </p:nvPr>
        </p:nvSpPr>
        <p:spPr>
          <a:xfrm>
            <a:off x="9334076" y="550800"/>
            <a:ext cx="2160724" cy="306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875" name="Google Shape;1875;p173"/>
          <p:cNvSpPr txBox="1"/>
          <p:nvPr>
            <p:ph idx="6" type="body"/>
          </p:nvPr>
        </p:nvSpPr>
        <p:spPr>
          <a:xfrm>
            <a:off x="4654800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6" name="Google Shape;1876;p173"/>
          <p:cNvSpPr txBox="1"/>
          <p:nvPr>
            <p:ph idx="7" type="body"/>
          </p:nvPr>
        </p:nvSpPr>
        <p:spPr>
          <a:xfrm>
            <a:off x="6994437" y="2887821"/>
            <a:ext cx="197679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7" name="Google Shape;1877;p173"/>
          <p:cNvSpPr txBox="1"/>
          <p:nvPr>
            <p:ph idx="8" type="body"/>
          </p:nvPr>
        </p:nvSpPr>
        <p:spPr>
          <a:xfrm>
            <a:off x="4656287" y="2887821"/>
            <a:ext cx="197679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8" name="Google Shape;1878;p173"/>
          <p:cNvSpPr txBox="1"/>
          <p:nvPr>
            <p:ph idx="9" type="body"/>
          </p:nvPr>
        </p:nvSpPr>
        <p:spPr>
          <a:xfrm>
            <a:off x="9339703" y="2890627"/>
            <a:ext cx="197679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9" name="Google Shape;1879;p173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Text and Image">
  <p:cSld name="15_Text and Image"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p174"/>
          <p:cNvSpPr txBox="1"/>
          <p:nvPr>
            <p:ph type="title"/>
          </p:nvPr>
        </p:nvSpPr>
        <p:spPr>
          <a:xfrm>
            <a:off x="694800" y="673200"/>
            <a:ext cx="5401200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2" name="Google Shape;1882;p174"/>
          <p:cNvSpPr txBox="1"/>
          <p:nvPr>
            <p:ph idx="1" type="body"/>
          </p:nvPr>
        </p:nvSpPr>
        <p:spPr>
          <a:xfrm>
            <a:off x="694801" y="1627200"/>
            <a:ext cx="5401200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83" name="Google Shape;1883;p174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4" name="Google Shape;1884;p174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85" name="Google Shape;1885;p174"/>
          <p:cNvSpPr/>
          <p:nvPr>
            <p:ph idx="2" type="pic"/>
          </p:nvPr>
        </p:nvSpPr>
        <p:spPr>
          <a:xfrm>
            <a:off x="8974800" y="550800"/>
            <a:ext cx="2520000" cy="2790094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886" name="Google Shape;1886;p174"/>
          <p:cNvSpPr/>
          <p:nvPr>
            <p:ph idx="3" type="pic"/>
          </p:nvPr>
        </p:nvSpPr>
        <p:spPr>
          <a:xfrm>
            <a:off x="6286499" y="550800"/>
            <a:ext cx="2519999" cy="2790094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887" name="Google Shape;1887;p174"/>
          <p:cNvSpPr/>
          <p:nvPr>
            <p:ph idx="4" type="pic"/>
          </p:nvPr>
        </p:nvSpPr>
        <p:spPr>
          <a:xfrm>
            <a:off x="8974798" y="3517106"/>
            <a:ext cx="2520001" cy="2790094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888" name="Google Shape;1888;p174"/>
          <p:cNvSpPr/>
          <p:nvPr>
            <p:ph idx="5" type="pic"/>
          </p:nvPr>
        </p:nvSpPr>
        <p:spPr>
          <a:xfrm>
            <a:off x="6285974" y="3517104"/>
            <a:ext cx="2519999" cy="2790095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889" name="Google Shape;1889;p174"/>
          <p:cNvSpPr txBox="1"/>
          <p:nvPr>
            <p:ph idx="6" type="body"/>
          </p:nvPr>
        </p:nvSpPr>
        <p:spPr>
          <a:xfrm>
            <a:off x="6285973" y="5587200"/>
            <a:ext cx="2330977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90" name="Google Shape;1890;p174"/>
          <p:cNvSpPr txBox="1"/>
          <p:nvPr>
            <p:ph idx="7" type="body"/>
          </p:nvPr>
        </p:nvSpPr>
        <p:spPr>
          <a:xfrm>
            <a:off x="6285972" y="2620894"/>
            <a:ext cx="2330977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91" name="Google Shape;1891;p174"/>
          <p:cNvSpPr txBox="1"/>
          <p:nvPr>
            <p:ph idx="8" type="body"/>
          </p:nvPr>
        </p:nvSpPr>
        <p:spPr>
          <a:xfrm>
            <a:off x="8974798" y="2620894"/>
            <a:ext cx="2330977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92" name="Google Shape;1892;p174"/>
          <p:cNvSpPr txBox="1"/>
          <p:nvPr>
            <p:ph idx="9" type="body"/>
          </p:nvPr>
        </p:nvSpPr>
        <p:spPr>
          <a:xfrm>
            <a:off x="8974797" y="5587200"/>
            <a:ext cx="2330977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93" name="Google Shape;1893;p174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Text and Image">
  <p:cSld name="16_Text and Image">
    <p:spTree>
      <p:nvGrpSpPr>
        <p:cNvPr id="1894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p175"/>
          <p:cNvSpPr txBox="1"/>
          <p:nvPr>
            <p:ph type="title"/>
          </p:nvPr>
        </p:nvSpPr>
        <p:spPr>
          <a:xfrm>
            <a:off x="694799" y="673200"/>
            <a:ext cx="5600361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6" name="Google Shape;1896;p175"/>
          <p:cNvSpPr txBox="1"/>
          <p:nvPr>
            <p:ph idx="1" type="body"/>
          </p:nvPr>
        </p:nvSpPr>
        <p:spPr>
          <a:xfrm>
            <a:off x="694801" y="1627201"/>
            <a:ext cx="5580588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97" name="Google Shape;1897;p175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8" name="Google Shape;1898;p175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99" name="Google Shape;1899;p175"/>
          <p:cNvSpPr/>
          <p:nvPr>
            <p:ph idx="2" type="pic"/>
          </p:nvPr>
        </p:nvSpPr>
        <p:spPr>
          <a:xfrm>
            <a:off x="9065419" y="2707200"/>
            <a:ext cx="2429379" cy="360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900" name="Google Shape;1900;p175"/>
          <p:cNvSpPr/>
          <p:nvPr>
            <p:ph idx="3" type="pic"/>
          </p:nvPr>
        </p:nvSpPr>
        <p:spPr>
          <a:xfrm>
            <a:off x="6465600" y="550800"/>
            <a:ext cx="2429379" cy="360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901" name="Google Shape;1901;p175"/>
          <p:cNvSpPr/>
          <p:nvPr>
            <p:ph idx="4" type="pic"/>
          </p:nvPr>
        </p:nvSpPr>
        <p:spPr>
          <a:xfrm>
            <a:off x="9065418" y="550801"/>
            <a:ext cx="2429381" cy="198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902" name="Google Shape;1902;p175"/>
          <p:cNvSpPr/>
          <p:nvPr>
            <p:ph idx="5" type="pic"/>
          </p:nvPr>
        </p:nvSpPr>
        <p:spPr>
          <a:xfrm>
            <a:off x="6465600" y="4326903"/>
            <a:ext cx="2429379" cy="1980297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903" name="Google Shape;1903;p175"/>
          <p:cNvSpPr txBox="1"/>
          <p:nvPr>
            <p:ph idx="6" type="body"/>
          </p:nvPr>
        </p:nvSpPr>
        <p:spPr>
          <a:xfrm>
            <a:off x="6465600" y="5587199"/>
            <a:ext cx="2330977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04" name="Google Shape;1904;p175"/>
          <p:cNvSpPr txBox="1"/>
          <p:nvPr>
            <p:ph idx="7" type="body"/>
          </p:nvPr>
        </p:nvSpPr>
        <p:spPr>
          <a:xfrm>
            <a:off x="6465599" y="3423310"/>
            <a:ext cx="2330977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05" name="Google Shape;1905;p175"/>
          <p:cNvSpPr txBox="1"/>
          <p:nvPr>
            <p:ph idx="8" type="body"/>
          </p:nvPr>
        </p:nvSpPr>
        <p:spPr>
          <a:xfrm>
            <a:off x="9065417" y="1808198"/>
            <a:ext cx="2330977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06" name="Google Shape;1906;p175"/>
          <p:cNvSpPr txBox="1"/>
          <p:nvPr>
            <p:ph idx="9" type="body"/>
          </p:nvPr>
        </p:nvSpPr>
        <p:spPr>
          <a:xfrm>
            <a:off x="9065418" y="5587199"/>
            <a:ext cx="2330977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07" name="Google Shape;1907;p175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Text and Image">
  <p:cSld name="17_Text and Image">
    <p:spTree>
      <p:nvGrpSpPr>
        <p:cNvPr id="1908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p176"/>
          <p:cNvSpPr txBox="1"/>
          <p:nvPr>
            <p:ph type="title"/>
          </p:nvPr>
        </p:nvSpPr>
        <p:spPr>
          <a:xfrm>
            <a:off x="694799" y="673200"/>
            <a:ext cx="3779593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0" name="Google Shape;1910;p176"/>
          <p:cNvSpPr txBox="1"/>
          <p:nvPr>
            <p:ph idx="1" type="body"/>
          </p:nvPr>
        </p:nvSpPr>
        <p:spPr>
          <a:xfrm>
            <a:off x="694801" y="1627200"/>
            <a:ext cx="3779592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1" name="Google Shape;1911;p176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2" name="Google Shape;1912;p176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13" name="Google Shape;1913;p176"/>
          <p:cNvSpPr/>
          <p:nvPr>
            <p:ph idx="2" type="pic"/>
          </p:nvPr>
        </p:nvSpPr>
        <p:spPr>
          <a:xfrm>
            <a:off x="4654800" y="550800"/>
            <a:ext cx="3960000" cy="306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914" name="Google Shape;1914;p176"/>
          <p:cNvSpPr/>
          <p:nvPr>
            <p:ph idx="3" type="pic"/>
          </p:nvPr>
        </p:nvSpPr>
        <p:spPr>
          <a:xfrm>
            <a:off x="7534800" y="3795079"/>
            <a:ext cx="3960000" cy="2512121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915" name="Google Shape;1915;p176"/>
          <p:cNvSpPr/>
          <p:nvPr>
            <p:ph idx="4" type="pic"/>
          </p:nvPr>
        </p:nvSpPr>
        <p:spPr>
          <a:xfrm>
            <a:off x="4654800" y="3795078"/>
            <a:ext cx="2699592" cy="2512122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916" name="Google Shape;1916;p176"/>
          <p:cNvSpPr/>
          <p:nvPr>
            <p:ph idx="5" type="pic"/>
          </p:nvPr>
        </p:nvSpPr>
        <p:spPr>
          <a:xfrm>
            <a:off x="8794438" y="550800"/>
            <a:ext cx="2700362" cy="306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917" name="Google Shape;1917;p176"/>
          <p:cNvSpPr txBox="1"/>
          <p:nvPr>
            <p:ph idx="6" type="body"/>
          </p:nvPr>
        </p:nvSpPr>
        <p:spPr>
          <a:xfrm>
            <a:off x="4654800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8" name="Google Shape;1918;p176"/>
          <p:cNvSpPr txBox="1"/>
          <p:nvPr>
            <p:ph idx="7" type="body"/>
          </p:nvPr>
        </p:nvSpPr>
        <p:spPr>
          <a:xfrm>
            <a:off x="7533700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9" name="Google Shape;1919;p176"/>
          <p:cNvSpPr txBox="1"/>
          <p:nvPr>
            <p:ph idx="8" type="body"/>
          </p:nvPr>
        </p:nvSpPr>
        <p:spPr>
          <a:xfrm>
            <a:off x="4654800" y="288509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0" name="Google Shape;1920;p176"/>
          <p:cNvSpPr txBox="1"/>
          <p:nvPr>
            <p:ph idx="9" type="body"/>
          </p:nvPr>
        </p:nvSpPr>
        <p:spPr>
          <a:xfrm>
            <a:off x="8794438" y="28836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1" name="Google Shape;1921;p176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Text and Image">
  <p:cSld name="18_Text and Image">
    <p:spTree>
      <p:nvGrpSpPr>
        <p:cNvPr id="1922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p177"/>
          <p:cNvSpPr txBox="1"/>
          <p:nvPr>
            <p:ph type="title"/>
          </p:nvPr>
        </p:nvSpPr>
        <p:spPr>
          <a:xfrm>
            <a:off x="694799" y="673200"/>
            <a:ext cx="504083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4" name="Google Shape;1924;p177"/>
          <p:cNvSpPr txBox="1"/>
          <p:nvPr>
            <p:ph idx="1" type="body"/>
          </p:nvPr>
        </p:nvSpPr>
        <p:spPr>
          <a:xfrm>
            <a:off x="694801" y="1627200"/>
            <a:ext cx="5040838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5" name="Google Shape;1925;p177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6" name="Google Shape;1926;p177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27" name="Google Shape;1927;p177"/>
          <p:cNvSpPr/>
          <p:nvPr>
            <p:ph idx="2" type="pic"/>
          </p:nvPr>
        </p:nvSpPr>
        <p:spPr>
          <a:xfrm>
            <a:off x="5915892" y="550800"/>
            <a:ext cx="5578908" cy="279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928" name="Google Shape;1928;p177"/>
          <p:cNvSpPr/>
          <p:nvPr>
            <p:ph idx="3" type="pic"/>
          </p:nvPr>
        </p:nvSpPr>
        <p:spPr>
          <a:xfrm>
            <a:off x="5915892" y="3517200"/>
            <a:ext cx="2700000" cy="279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929" name="Google Shape;1929;p177"/>
          <p:cNvSpPr/>
          <p:nvPr>
            <p:ph idx="4" type="pic"/>
          </p:nvPr>
        </p:nvSpPr>
        <p:spPr>
          <a:xfrm>
            <a:off x="8794800" y="3517200"/>
            <a:ext cx="2700000" cy="13068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930" name="Google Shape;1930;p177"/>
          <p:cNvSpPr/>
          <p:nvPr>
            <p:ph idx="5" type="pic"/>
          </p:nvPr>
        </p:nvSpPr>
        <p:spPr>
          <a:xfrm>
            <a:off x="8794800" y="5000398"/>
            <a:ext cx="2700000" cy="1306801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931" name="Google Shape;1931;p177"/>
          <p:cNvSpPr txBox="1"/>
          <p:nvPr>
            <p:ph idx="6" type="body"/>
          </p:nvPr>
        </p:nvSpPr>
        <p:spPr>
          <a:xfrm>
            <a:off x="5914547" y="5587201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32" name="Google Shape;1932;p177"/>
          <p:cNvSpPr txBox="1"/>
          <p:nvPr>
            <p:ph idx="7" type="body"/>
          </p:nvPr>
        </p:nvSpPr>
        <p:spPr>
          <a:xfrm>
            <a:off x="5914547" y="26208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33" name="Google Shape;1933;p177"/>
          <p:cNvSpPr txBox="1"/>
          <p:nvPr>
            <p:ph idx="8" type="body"/>
          </p:nvPr>
        </p:nvSpPr>
        <p:spPr>
          <a:xfrm>
            <a:off x="8794800" y="5877399"/>
            <a:ext cx="2521476" cy="429801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34" name="Google Shape;1934;p177"/>
          <p:cNvSpPr txBox="1"/>
          <p:nvPr>
            <p:ph idx="9" type="body"/>
          </p:nvPr>
        </p:nvSpPr>
        <p:spPr>
          <a:xfrm>
            <a:off x="8794800" y="4394199"/>
            <a:ext cx="2521476" cy="429801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35" name="Google Shape;1935;p177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Text and Image">
  <p:cSld name="19_Text and Image">
    <p:spTree>
      <p:nvGrpSpPr>
        <p:cNvPr id="1936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p178"/>
          <p:cNvSpPr txBox="1"/>
          <p:nvPr>
            <p:ph type="title"/>
          </p:nvPr>
        </p:nvSpPr>
        <p:spPr>
          <a:xfrm>
            <a:off x="694799" y="673200"/>
            <a:ext cx="4861451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8" name="Google Shape;1938;p178"/>
          <p:cNvSpPr txBox="1"/>
          <p:nvPr>
            <p:ph idx="1" type="body"/>
          </p:nvPr>
        </p:nvSpPr>
        <p:spPr>
          <a:xfrm>
            <a:off x="694801" y="1627200"/>
            <a:ext cx="4860000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39" name="Google Shape;1939;p178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0" name="Google Shape;1940;p178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41" name="Google Shape;1941;p178"/>
          <p:cNvSpPr/>
          <p:nvPr>
            <p:ph idx="2" type="pic"/>
          </p:nvPr>
        </p:nvSpPr>
        <p:spPr>
          <a:xfrm>
            <a:off x="8704800" y="550800"/>
            <a:ext cx="2790000" cy="4140199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942" name="Google Shape;1942;p178"/>
          <p:cNvSpPr/>
          <p:nvPr>
            <p:ph idx="3" type="pic"/>
          </p:nvPr>
        </p:nvSpPr>
        <p:spPr>
          <a:xfrm>
            <a:off x="8704798" y="4867275"/>
            <a:ext cx="2790001" cy="1439925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943" name="Google Shape;1943;p178"/>
          <p:cNvSpPr/>
          <p:nvPr>
            <p:ph idx="4" type="pic"/>
          </p:nvPr>
        </p:nvSpPr>
        <p:spPr>
          <a:xfrm>
            <a:off x="5734800" y="550800"/>
            <a:ext cx="2790000" cy="144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944" name="Google Shape;1944;p178"/>
          <p:cNvSpPr/>
          <p:nvPr>
            <p:ph idx="5" type="pic"/>
          </p:nvPr>
        </p:nvSpPr>
        <p:spPr>
          <a:xfrm>
            <a:off x="5734800" y="2167000"/>
            <a:ext cx="2790000" cy="4140199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945" name="Google Shape;1945;p178"/>
          <p:cNvSpPr txBox="1"/>
          <p:nvPr>
            <p:ph idx="6" type="body"/>
          </p:nvPr>
        </p:nvSpPr>
        <p:spPr>
          <a:xfrm>
            <a:off x="5734799" y="5590819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6" name="Google Shape;1946;p178"/>
          <p:cNvSpPr txBox="1"/>
          <p:nvPr>
            <p:ph idx="7" type="body"/>
          </p:nvPr>
        </p:nvSpPr>
        <p:spPr>
          <a:xfrm>
            <a:off x="5734799" y="1511300"/>
            <a:ext cx="2521476" cy="4759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7" name="Google Shape;1947;p178"/>
          <p:cNvSpPr txBox="1"/>
          <p:nvPr>
            <p:ph idx="8" type="body"/>
          </p:nvPr>
        </p:nvSpPr>
        <p:spPr>
          <a:xfrm>
            <a:off x="8704798" y="3967962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8" name="Google Shape;1948;p178"/>
          <p:cNvSpPr txBox="1"/>
          <p:nvPr>
            <p:ph idx="9" type="body"/>
          </p:nvPr>
        </p:nvSpPr>
        <p:spPr>
          <a:xfrm>
            <a:off x="8704798" y="5831299"/>
            <a:ext cx="2521476" cy="4759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9" name="Google Shape;1949;p178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Text and Image">
  <p:cSld name="20_Text and Image">
    <p:spTree>
      <p:nvGrpSpPr>
        <p:cNvPr id="1950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179"/>
          <p:cNvSpPr txBox="1"/>
          <p:nvPr>
            <p:ph type="title"/>
          </p:nvPr>
        </p:nvSpPr>
        <p:spPr>
          <a:xfrm>
            <a:off x="694799" y="673200"/>
            <a:ext cx="4861451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2" name="Google Shape;1952;p179"/>
          <p:cNvSpPr txBox="1"/>
          <p:nvPr>
            <p:ph idx="1" type="body"/>
          </p:nvPr>
        </p:nvSpPr>
        <p:spPr>
          <a:xfrm>
            <a:off x="694801" y="1627200"/>
            <a:ext cx="4861450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3" name="Google Shape;1953;p179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4" name="Google Shape;1954;p179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55" name="Google Shape;1955;p179"/>
          <p:cNvSpPr/>
          <p:nvPr>
            <p:ph idx="2" type="pic"/>
          </p:nvPr>
        </p:nvSpPr>
        <p:spPr>
          <a:xfrm>
            <a:off x="8704800" y="550800"/>
            <a:ext cx="2790000" cy="1439925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956" name="Google Shape;1956;p179"/>
          <p:cNvSpPr/>
          <p:nvPr>
            <p:ph idx="3" type="pic"/>
          </p:nvPr>
        </p:nvSpPr>
        <p:spPr>
          <a:xfrm>
            <a:off x="8704798" y="2167201"/>
            <a:ext cx="2790001" cy="4139999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957" name="Google Shape;1957;p179"/>
          <p:cNvSpPr/>
          <p:nvPr>
            <p:ph idx="4" type="pic"/>
          </p:nvPr>
        </p:nvSpPr>
        <p:spPr>
          <a:xfrm>
            <a:off x="5734800" y="550798"/>
            <a:ext cx="2790000" cy="414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958" name="Google Shape;1958;p179"/>
          <p:cNvSpPr/>
          <p:nvPr>
            <p:ph idx="5" type="pic"/>
          </p:nvPr>
        </p:nvSpPr>
        <p:spPr>
          <a:xfrm>
            <a:off x="5734800" y="4867199"/>
            <a:ext cx="2790000" cy="144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959" name="Google Shape;1959;p179"/>
          <p:cNvSpPr txBox="1"/>
          <p:nvPr>
            <p:ph idx="6" type="body"/>
          </p:nvPr>
        </p:nvSpPr>
        <p:spPr>
          <a:xfrm>
            <a:off x="5734799" y="5782087"/>
            <a:ext cx="2521476" cy="528732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0" name="Google Shape;1960;p179"/>
          <p:cNvSpPr txBox="1"/>
          <p:nvPr>
            <p:ph idx="7" type="body"/>
          </p:nvPr>
        </p:nvSpPr>
        <p:spPr>
          <a:xfrm>
            <a:off x="8704798" y="5587199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1" name="Google Shape;1961;p179"/>
          <p:cNvSpPr txBox="1"/>
          <p:nvPr>
            <p:ph idx="8" type="body"/>
          </p:nvPr>
        </p:nvSpPr>
        <p:spPr>
          <a:xfrm>
            <a:off x="5734799" y="3966734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2" name="Google Shape;1962;p179"/>
          <p:cNvSpPr txBox="1"/>
          <p:nvPr>
            <p:ph idx="9" type="body"/>
          </p:nvPr>
        </p:nvSpPr>
        <p:spPr>
          <a:xfrm>
            <a:off x="8704798" y="1458468"/>
            <a:ext cx="2521476" cy="528732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3" name="Google Shape;1963;p179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Text and Image">
  <p:cSld name="21_Text and Image">
    <p:spTree>
      <p:nvGrpSpPr>
        <p:cNvPr id="1964" name="Shape 1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Google Shape;1965;p180"/>
          <p:cNvSpPr txBox="1"/>
          <p:nvPr>
            <p:ph type="title"/>
          </p:nvPr>
        </p:nvSpPr>
        <p:spPr>
          <a:xfrm>
            <a:off x="694800" y="673200"/>
            <a:ext cx="2521476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6" name="Google Shape;1966;p180"/>
          <p:cNvSpPr txBox="1"/>
          <p:nvPr>
            <p:ph idx="1" type="body"/>
          </p:nvPr>
        </p:nvSpPr>
        <p:spPr>
          <a:xfrm>
            <a:off x="694800" y="1627200"/>
            <a:ext cx="2521475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7" name="Google Shape;1967;p180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8" name="Google Shape;1968;p180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69" name="Google Shape;1969;p180"/>
          <p:cNvSpPr/>
          <p:nvPr>
            <p:ph idx="2" type="pic"/>
          </p:nvPr>
        </p:nvSpPr>
        <p:spPr>
          <a:xfrm>
            <a:off x="7534982" y="550800"/>
            <a:ext cx="3959817" cy="279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970" name="Google Shape;1970;p180"/>
          <p:cNvSpPr/>
          <p:nvPr>
            <p:ph idx="3" type="pic"/>
          </p:nvPr>
        </p:nvSpPr>
        <p:spPr>
          <a:xfrm>
            <a:off x="3394800" y="550800"/>
            <a:ext cx="3960000" cy="279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971" name="Google Shape;1971;p180"/>
          <p:cNvSpPr/>
          <p:nvPr>
            <p:ph idx="4" type="pic"/>
          </p:nvPr>
        </p:nvSpPr>
        <p:spPr>
          <a:xfrm>
            <a:off x="7534982" y="3517200"/>
            <a:ext cx="3959818" cy="279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972" name="Google Shape;1972;p180"/>
          <p:cNvSpPr/>
          <p:nvPr>
            <p:ph idx="5" type="pic"/>
          </p:nvPr>
        </p:nvSpPr>
        <p:spPr>
          <a:xfrm>
            <a:off x="3394800" y="3517200"/>
            <a:ext cx="3959818" cy="279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973" name="Google Shape;1973;p180"/>
          <p:cNvSpPr txBox="1"/>
          <p:nvPr>
            <p:ph idx="6" type="body"/>
          </p:nvPr>
        </p:nvSpPr>
        <p:spPr>
          <a:xfrm>
            <a:off x="3394800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74" name="Google Shape;1974;p180"/>
          <p:cNvSpPr txBox="1"/>
          <p:nvPr>
            <p:ph idx="7" type="body"/>
          </p:nvPr>
        </p:nvSpPr>
        <p:spPr>
          <a:xfrm>
            <a:off x="7533325" y="2620801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75" name="Google Shape;1975;p180"/>
          <p:cNvSpPr txBox="1"/>
          <p:nvPr>
            <p:ph idx="8" type="body"/>
          </p:nvPr>
        </p:nvSpPr>
        <p:spPr>
          <a:xfrm>
            <a:off x="7533143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76" name="Google Shape;1976;p180"/>
          <p:cNvSpPr txBox="1"/>
          <p:nvPr>
            <p:ph idx="9" type="body"/>
          </p:nvPr>
        </p:nvSpPr>
        <p:spPr>
          <a:xfrm>
            <a:off x="3394800" y="2620801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77" name="Google Shape;1977;p180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Text and Image">
  <p:cSld name="22_Text and Image">
    <p:spTree>
      <p:nvGrpSpPr>
        <p:cNvPr id="1978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p181"/>
          <p:cNvSpPr txBox="1"/>
          <p:nvPr>
            <p:ph type="title"/>
          </p:nvPr>
        </p:nvSpPr>
        <p:spPr>
          <a:xfrm>
            <a:off x="694800" y="673200"/>
            <a:ext cx="2520614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0" name="Google Shape;1980;p181"/>
          <p:cNvSpPr txBox="1"/>
          <p:nvPr>
            <p:ph idx="1" type="body"/>
          </p:nvPr>
        </p:nvSpPr>
        <p:spPr>
          <a:xfrm>
            <a:off x="694800" y="1627200"/>
            <a:ext cx="2521475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81" name="Google Shape;1981;p181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2" name="Google Shape;1982;p181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83" name="Google Shape;1983;p181"/>
          <p:cNvSpPr/>
          <p:nvPr>
            <p:ph idx="2" type="pic"/>
          </p:nvPr>
        </p:nvSpPr>
        <p:spPr>
          <a:xfrm>
            <a:off x="3394800" y="550800"/>
            <a:ext cx="3601313" cy="279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984" name="Google Shape;1984;p181"/>
          <p:cNvSpPr/>
          <p:nvPr>
            <p:ph idx="3" type="pic"/>
          </p:nvPr>
        </p:nvSpPr>
        <p:spPr>
          <a:xfrm>
            <a:off x="7175500" y="550800"/>
            <a:ext cx="4319299" cy="279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985" name="Google Shape;1985;p181"/>
          <p:cNvSpPr/>
          <p:nvPr>
            <p:ph idx="4" type="pic"/>
          </p:nvPr>
        </p:nvSpPr>
        <p:spPr>
          <a:xfrm>
            <a:off x="3394800" y="3517198"/>
            <a:ext cx="5400000" cy="2790001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986" name="Google Shape;1986;p181"/>
          <p:cNvSpPr/>
          <p:nvPr>
            <p:ph idx="5" type="pic"/>
          </p:nvPr>
        </p:nvSpPr>
        <p:spPr>
          <a:xfrm>
            <a:off x="8974274" y="3517198"/>
            <a:ext cx="2520526" cy="2790002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987" name="Google Shape;1987;p181"/>
          <p:cNvSpPr txBox="1"/>
          <p:nvPr>
            <p:ph idx="6" type="body"/>
          </p:nvPr>
        </p:nvSpPr>
        <p:spPr>
          <a:xfrm>
            <a:off x="3394800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88" name="Google Shape;1988;p181"/>
          <p:cNvSpPr txBox="1"/>
          <p:nvPr>
            <p:ph idx="7" type="body"/>
          </p:nvPr>
        </p:nvSpPr>
        <p:spPr>
          <a:xfrm>
            <a:off x="3394800" y="2620801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89" name="Google Shape;1989;p181"/>
          <p:cNvSpPr txBox="1"/>
          <p:nvPr>
            <p:ph idx="8" type="body"/>
          </p:nvPr>
        </p:nvSpPr>
        <p:spPr>
          <a:xfrm>
            <a:off x="7174638" y="2620801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0" name="Google Shape;1990;p181"/>
          <p:cNvSpPr txBox="1"/>
          <p:nvPr>
            <p:ph idx="9" type="body"/>
          </p:nvPr>
        </p:nvSpPr>
        <p:spPr>
          <a:xfrm>
            <a:off x="8973322" y="5587200"/>
            <a:ext cx="2344035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1" name="Google Shape;1991;p181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Text and Image">
  <p:cSld name="23_Text and Image">
    <p:spTree>
      <p:nvGrpSpPr>
        <p:cNvPr id="1992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p182"/>
          <p:cNvSpPr txBox="1"/>
          <p:nvPr>
            <p:ph type="title"/>
          </p:nvPr>
        </p:nvSpPr>
        <p:spPr>
          <a:xfrm>
            <a:off x="694799" y="673200"/>
            <a:ext cx="4145301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4" name="Google Shape;1994;p182"/>
          <p:cNvSpPr txBox="1"/>
          <p:nvPr>
            <p:ph idx="1" type="body"/>
          </p:nvPr>
        </p:nvSpPr>
        <p:spPr>
          <a:xfrm>
            <a:off x="694801" y="1627200"/>
            <a:ext cx="4145300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5" name="Google Shape;1995;p182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6" name="Google Shape;1996;p182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97" name="Google Shape;1997;p182"/>
          <p:cNvSpPr/>
          <p:nvPr>
            <p:ph idx="2" type="pic"/>
          </p:nvPr>
        </p:nvSpPr>
        <p:spPr>
          <a:xfrm>
            <a:off x="9455499" y="550800"/>
            <a:ext cx="2039300" cy="279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998" name="Google Shape;1998;p182"/>
          <p:cNvSpPr/>
          <p:nvPr>
            <p:ph idx="3" type="pic"/>
          </p:nvPr>
        </p:nvSpPr>
        <p:spPr>
          <a:xfrm>
            <a:off x="5018400" y="550800"/>
            <a:ext cx="2041200" cy="279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1999" name="Google Shape;1999;p182"/>
          <p:cNvSpPr/>
          <p:nvPr>
            <p:ph idx="4" type="pic"/>
          </p:nvPr>
        </p:nvSpPr>
        <p:spPr>
          <a:xfrm>
            <a:off x="9453600" y="3517200"/>
            <a:ext cx="2041200" cy="279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000" name="Google Shape;2000;p182"/>
          <p:cNvSpPr/>
          <p:nvPr>
            <p:ph idx="5" type="pic"/>
          </p:nvPr>
        </p:nvSpPr>
        <p:spPr>
          <a:xfrm>
            <a:off x="5018400" y="3517200"/>
            <a:ext cx="2041200" cy="279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001" name="Google Shape;2001;p182"/>
          <p:cNvSpPr/>
          <p:nvPr>
            <p:ph idx="6" type="pic"/>
          </p:nvPr>
        </p:nvSpPr>
        <p:spPr>
          <a:xfrm>
            <a:off x="7236000" y="3517200"/>
            <a:ext cx="2041200" cy="279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002" name="Google Shape;2002;p182"/>
          <p:cNvSpPr/>
          <p:nvPr>
            <p:ph idx="7" type="pic"/>
          </p:nvPr>
        </p:nvSpPr>
        <p:spPr>
          <a:xfrm>
            <a:off x="7237899" y="550800"/>
            <a:ext cx="2039300" cy="279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003" name="Google Shape;2003;p182"/>
          <p:cNvSpPr txBox="1"/>
          <p:nvPr>
            <p:ph idx="8" type="body"/>
          </p:nvPr>
        </p:nvSpPr>
        <p:spPr>
          <a:xfrm>
            <a:off x="5016501" y="5587199"/>
            <a:ext cx="1800224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4" name="Google Shape;2004;p182"/>
          <p:cNvSpPr txBox="1"/>
          <p:nvPr>
            <p:ph idx="9" type="body"/>
          </p:nvPr>
        </p:nvSpPr>
        <p:spPr>
          <a:xfrm>
            <a:off x="5016501" y="2620800"/>
            <a:ext cx="1800224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5" name="Google Shape;2005;p182"/>
          <p:cNvSpPr txBox="1"/>
          <p:nvPr>
            <p:ph idx="13" type="body"/>
          </p:nvPr>
        </p:nvSpPr>
        <p:spPr>
          <a:xfrm>
            <a:off x="7236000" y="5587200"/>
            <a:ext cx="1800224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6" name="Google Shape;2006;p182"/>
          <p:cNvSpPr txBox="1"/>
          <p:nvPr>
            <p:ph idx="14" type="body"/>
          </p:nvPr>
        </p:nvSpPr>
        <p:spPr>
          <a:xfrm>
            <a:off x="7236000" y="2620800"/>
            <a:ext cx="1800224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7" name="Google Shape;2007;p182"/>
          <p:cNvSpPr txBox="1"/>
          <p:nvPr>
            <p:ph idx="15" type="body"/>
          </p:nvPr>
        </p:nvSpPr>
        <p:spPr>
          <a:xfrm>
            <a:off x="9453599" y="5587200"/>
            <a:ext cx="1800224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8" name="Google Shape;2008;p182"/>
          <p:cNvSpPr txBox="1"/>
          <p:nvPr>
            <p:ph idx="16" type="body"/>
          </p:nvPr>
        </p:nvSpPr>
        <p:spPr>
          <a:xfrm>
            <a:off x="9453599" y="2620800"/>
            <a:ext cx="1800224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9" name="Google Shape;2009;p182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Text and Image">
  <p:cSld name="24_Text and Image">
    <p:spTree>
      <p:nvGrpSpPr>
        <p:cNvPr id="2010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p183"/>
          <p:cNvSpPr txBox="1"/>
          <p:nvPr>
            <p:ph type="title"/>
          </p:nvPr>
        </p:nvSpPr>
        <p:spPr>
          <a:xfrm>
            <a:off x="694799" y="673200"/>
            <a:ext cx="4145301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2" name="Google Shape;2012;p183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3" name="Google Shape;2013;p183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14" name="Google Shape;2014;p183"/>
          <p:cNvSpPr/>
          <p:nvPr>
            <p:ph idx="2" type="pic"/>
          </p:nvPr>
        </p:nvSpPr>
        <p:spPr>
          <a:xfrm>
            <a:off x="9453563" y="550800"/>
            <a:ext cx="2041236" cy="180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015" name="Google Shape;2015;p183"/>
          <p:cNvSpPr/>
          <p:nvPr>
            <p:ph idx="3" type="pic"/>
          </p:nvPr>
        </p:nvSpPr>
        <p:spPr>
          <a:xfrm>
            <a:off x="9453562" y="4507200"/>
            <a:ext cx="2041237" cy="1799999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016" name="Google Shape;2016;p183"/>
          <p:cNvSpPr/>
          <p:nvPr>
            <p:ph idx="4" type="pic"/>
          </p:nvPr>
        </p:nvSpPr>
        <p:spPr>
          <a:xfrm>
            <a:off x="9453562" y="2528999"/>
            <a:ext cx="2041238" cy="1800001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017" name="Google Shape;2017;p183"/>
          <p:cNvSpPr/>
          <p:nvPr>
            <p:ph idx="5" type="pic"/>
          </p:nvPr>
        </p:nvSpPr>
        <p:spPr>
          <a:xfrm>
            <a:off x="5018399" y="550799"/>
            <a:ext cx="4258781" cy="3778313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018" name="Google Shape;2018;p183"/>
          <p:cNvSpPr/>
          <p:nvPr>
            <p:ph idx="6" type="pic"/>
          </p:nvPr>
        </p:nvSpPr>
        <p:spPr>
          <a:xfrm>
            <a:off x="5018400" y="4507196"/>
            <a:ext cx="2041200" cy="1800004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019" name="Google Shape;2019;p183"/>
          <p:cNvSpPr/>
          <p:nvPr>
            <p:ph idx="7" type="pic"/>
          </p:nvPr>
        </p:nvSpPr>
        <p:spPr>
          <a:xfrm>
            <a:off x="7235981" y="4507196"/>
            <a:ext cx="2041200" cy="1800004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020" name="Google Shape;2020;p183"/>
          <p:cNvSpPr txBox="1"/>
          <p:nvPr>
            <p:ph idx="1" type="body"/>
          </p:nvPr>
        </p:nvSpPr>
        <p:spPr>
          <a:xfrm>
            <a:off x="5016501" y="5587199"/>
            <a:ext cx="1800224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21" name="Google Shape;2021;p183"/>
          <p:cNvSpPr txBox="1"/>
          <p:nvPr>
            <p:ph idx="8" type="body"/>
          </p:nvPr>
        </p:nvSpPr>
        <p:spPr>
          <a:xfrm>
            <a:off x="7236000" y="5587200"/>
            <a:ext cx="1800224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22" name="Google Shape;2022;p183"/>
          <p:cNvSpPr txBox="1"/>
          <p:nvPr>
            <p:ph idx="9" type="body"/>
          </p:nvPr>
        </p:nvSpPr>
        <p:spPr>
          <a:xfrm>
            <a:off x="9453599" y="5587200"/>
            <a:ext cx="1800224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23" name="Google Shape;2023;p183"/>
          <p:cNvSpPr txBox="1"/>
          <p:nvPr>
            <p:ph idx="13" type="body"/>
          </p:nvPr>
        </p:nvSpPr>
        <p:spPr>
          <a:xfrm>
            <a:off x="9453562" y="3607200"/>
            <a:ext cx="1800224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24" name="Google Shape;2024;p183"/>
          <p:cNvSpPr txBox="1"/>
          <p:nvPr>
            <p:ph idx="14" type="body"/>
          </p:nvPr>
        </p:nvSpPr>
        <p:spPr>
          <a:xfrm>
            <a:off x="9453562" y="1630801"/>
            <a:ext cx="1800224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25" name="Google Shape;2025;p183"/>
          <p:cNvSpPr txBox="1"/>
          <p:nvPr>
            <p:ph idx="15" type="body"/>
          </p:nvPr>
        </p:nvSpPr>
        <p:spPr>
          <a:xfrm>
            <a:off x="5018400" y="360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26" name="Google Shape;2026;p183"/>
          <p:cNvSpPr txBox="1"/>
          <p:nvPr>
            <p:ph idx="16" type="body"/>
          </p:nvPr>
        </p:nvSpPr>
        <p:spPr>
          <a:xfrm>
            <a:off x="694801" y="1627200"/>
            <a:ext cx="4145300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27" name="Google Shape;2027;p183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Text and Image">
  <p:cSld name="25_Text and Image">
    <p:spTree>
      <p:nvGrpSpPr>
        <p:cNvPr id="2028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p184"/>
          <p:cNvSpPr txBox="1"/>
          <p:nvPr>
            <p:ph type="title"/>
          </p:nvPr>
        </p:nvSpPr>
        <p:spPr>
          <a:xfrm>
            <a:off x="694800" y="673200"/>
            <a:ext cx="4147220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0" name="Google Shape;2030;p184"/>
          <p:cNvSpPr txBox="1"/>
          <p:nvPr>
            <p:ph idx="1" type="body"/>
          </p:nvPr>
        </p:nvSpPr>
        <p:spPr>
          <a:xfrm>
            <a:off x="694800" y="1627200"/>
            <a:ext cx="4147219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31" name="Google Shape;2031;p184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2" name="Google Shape;2032;p184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33" name="Google Shape;2033;p184"/>
          <p:cNvSpPr/>
          <p:nvPr>
            <p:ph idx="2" type="pic"/>
          </p:nvPr>
        </p:nvSpPr>
        <p:spPr>
          <a:xfrm>
            <a:off x="9453563" y="550800"/>
            <a:ext cx="2041236" cy="180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034" name="Google Shape;2034;p184"/>
          <p:cNvSpPr/>
          <p:nvPr>
            <p:ph idx="3" type="pic"/>
          </p:nvPr>
        </p:nvSpPr>
        <p:spPr>
          <a:xfrm>
            <a:off x="9453562" y="4507200"/>
            <a:ext cx="2041237" cy="1799999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035" name="Google Shape;2035;p184"/>
          <p:cNvSpPr/>
          <p:nvPr>
            <p:ph idx="4" type="pic"/>
          </p:nvPr>
        </p:nvSpPr>
        <p:spPr>
          <a:xfrm>
            <a:off x="9453562" y="2528999"/>
            <a:ext cx="2041238" cy="1800001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036" name="Google Shape;2036;p184"/>
          <p:cNvSpPr/>
          <p:nvPr>
            <p:ph idx="5" type="pic"/>
          </p:nvPr>
        </p:nvSpPr>
        <p:spPr>
          <a:xfrm>
            <a:off x="7235981" y="2528998"/>
            <a:ext cx="2041200" cy="1800001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037" name="Google Shape;2037;p184"/>
          <p:cNvSpPr/>
          <p:nvPr>
            <p:ph idx="6" type="pic"/>
          </p:nvPr>
        </p:nvSpPr>
        <p:spPr>
          <a:xfrm>
            <a:off x="5018400" y="550800"/>
            <a:ext cx="2041238" cy="180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038" name="Google Shape;2038;p184"/>
          <p:cNvSpPr/>
          <p:nvPr>
            <p:ph idx="7" type="pic"/>
          </p:nvPr>
        </p:nvSpPr>
        <p:spPr>
          <a:xfrm>
            <a:off x="7236001" y="550800"/>
            <a:ext cx="2041200" cy="180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039" name="Google Shape;2039;p184"/>
          <p:cNvSpPr/>
          <p:nvPr>
            <p:ph idx="8" type="pic"/>
          </p:nvPr>
        </p:nvSpPr>
        <p:spPr>
          <a:xfrm>
            <a:off x="5018400" y="2528998"/>
            <a:ext cx="2041200" cy="180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040" name="Google Shape;2040;p184"/>
          <p:cNvSpPr/>
          <p:nvPr>
            <p:ph idx="9" type="pic"/>
          </p:nvPr>
        </p:nvSpPr>
        <p:spPr>
          <a:xfrm>
            <a:off x="5018400" y="4507196"/>
            <a:ext cx="2041200" cy="1800004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041" name="Google Shape;2041;p184"/>
          <p:cNvSpPr/>
          <p:nvPr>
            <p:ph idx="13" type="pic"/>
          </p:nvPr>
        </p:nvSpPr>
        <p:spPr>
          <a:xfrm>
            <a:off x="7235981" y="4507196"/>
            <a:ext cx="2041200" cy="1800004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042" name="Google Shape;2042;p184"/>
          <p:cNvSpPr txBox="1"/>
          <p:nvPr>
            <p:ph idx="14" type="body"/>
          </p:nvPr>
        </p:nvSpPr>
        <p:spPr>
          <a:xfrm>
            <a:off x="5016501" y="5587199"/>
            <a:ext cx="1800224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3" name="Google Shape;2043;p184"/>
          <p:cNvSpPr txBox="1"/>
          <p:nvPr>
            <p:ph idx="15" type="body"/>
          </p:nvPr>
        </p:nvSpPr>
        <p:spPr>
          <a:xfrm>
            <a:off x="7236000" y="5587200"/>
            <a:ext cx="1800224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4" name="Google Shape;2044;p184"/>
          <p:cNvSpPr txBox="1"/>
          <p:nvPr>
            <p:ph idx="16" type="body"/>
          </p:nvPr>
        </p:nvSpPr>
        <p:spPr>
          <a:xfrm>
            <a:off x="9453599" y="5587200"/>
            <a:ext cx="1800224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5" name="Google Shape;2045;p184"/>
          <p:cNvSpPr txBox="1"/>
          <p:nvPr>
            <p:ph idx="17" type="body"/>
          </p:nvPr>
        </p:nvSpPr>
        <p:spPr>
          <a:xfrm>
            <a:off x="5016501" y="3607194"/>
            <a:ext cx="1800224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6" name="Google Shape;2046;p184"/>
          <p:cNvSpPr txBox="1"/>
          <p:nvPr>
            <p:ph idx="18" type="body"/>
          </p:nvPr>
        </p:nvSpPr>
        <p:spPr>
          <a:xfrm>
            <a:off x="7236000" y="3607195"/>
            <a:ext cx="1800224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7" name="Google Shape;2047;p184"/>
          <p:cNvSpPr txBox="1"/>
          <p:nvPr>
            <p:ph idx="19" type="body"/>
          </p:nvPr>
        </p:nvSpPr>
        <p:spPr>
          <a:xfrm>
            <a:off x="9453599" y="3607195"/>
            <a:ext cx="1800224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8" name="Google Shape;2048;p184"/>
          <p:cNvSpPr txBox="1"/>
          <p:nvPr>
            <p:ph idx="20" type="body"/>
          </p:nvPr>
        </p:nvSpPr>
        <p:spPr>
          <a:xfrm>
            <a:off x="5033479" y="1634469"/>
            <a:ext cx="1800224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9" name="Google Shape;2049;p184"/>
          <p:cNvSpPr txBox="1"/>
          <p:nvPr>
            <p:ph idx="21" type="body"/>
          </p:nvPr>
        </p:nvSpPr>
        <p:spPr>
          <a:xfrm>
            <a:off x="7252978" y="1634470"/>
            <a:ext cx="1800224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0" name="Google Shape;2050;p184"/>
          <p:cNvSpPr txBox="1"/>
          <p:nvPr>
            <p:ph idx="22" type="body"/>
          </p:nvPr>
        </p:nvSpPr>
        <p:spPr>
          <a:xfrm>
            <a:off x="9470577" y="1634470"/>
            <a:ext cx="1800224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1" name="Google Shape;2051;p184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ext and Image Above and Below">
  <p:cSld name="1_Text and Image Above and Below">
    <p:spTree>
      <p:nvGrpSpPr>
        <p:cNvPr id="2052" name="Shape 2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Google Shape;2053;p185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4" name="Google Shape;2054;p185"/>
          <p:cNvSpPr txBox="1"/>
          <p:nvPr>
            <p:ph idx="1" type="body"/>
          </p:nvPr>
        </p:nvSpPr>
        <p:spPr>
          <a:xfrm>
            <a:off x="694800" y="1627201"/>
            <a:ext cx="10799999" cy="7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5" name="Google Shape;2055;p185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6" name="Google Shape;2056;p185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57" name="Google Shape;2057;p185"/>
          <p:cNvSpPr/>
          <p:nvPr>
            <p:ph idx="2" type="pic"/>
          </p:nvPr>
        </p:nvSpPr>
        <p:spPr>
          <a:xfrm>
            <a:off x="694800" y="2528888"/>
            <a:ext cx="10800000" cy="3778312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058" name="Google Shape;2058;p185"/>
          <p:cNvSpPr txBox="1"/>
          <p:nvPr>
            <p:ph idx="3" type="body"/>
          </p:nvPr>
        </p:nvSpPr>
        <p:spPr>
          <a:xfrm>
            <a:off x="693324" y="5587198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9" name="Google Shape;2059;p185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ext and Image Above and Below">
  <p:cSld name="2_Text and Image Above and Below">
    <p:spTree>
      <p:nvGrpSpPr>
        <p:cNvPr id="2060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Google Shape;2061;p186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2" name="Google Shape;2062;p186"/>
          <p:cNvSpPr txBox="1"/>
          <p:nvPr>
            <p:ph idx="1" type="body"/>
          </p:nvPr>
        </p:nvSpPr>
        <p:spPr>
          <a:xfrm>
            <a:off x="694800" y="1627201"/>
            <a:ext cx="10799999" cy="7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63" name="Google Shape;2063;p186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4" name="Google Shape;2064;p186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65" name="Google Shape;2065;p186"/>
          <p:cNvSpPr/>
          <p:nvPr>
            <p:ph idx="2" type="pic"/>
          </p:nvPr>
        </p:nvSpPr>
        <p:spPr>
          <a:xfrm>
            <a:off x="0" y="2528888"/>
            <a:ext cx="12192000" cy="3778312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066" name="Google Shape;2066;p186"/>
          <p:cNvSpPr txBox="1"/>
          <p:nvPr>
            <p:ph idx="3" type="body"/>
          </p:nvPr>
        </p:nvSpPr>
        <p:spPr>
          <a:xfrm>
            <a:off x="0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67" name="Google Shape;2067;p186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ext and Image Above and Below">
  <p:cSld name="3_Text and Image Above and Below">
    <p:spTree>
      <p:nvGrpSpPr>
        <p:cNvPr id="2068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p187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0" name="Google Shape;2070;p187"/>
          <p:cNvSpPr txBox="1"/>
          <p:nvPr>
            <p:ph idx="1" type="body"/>
          </p:nvPr>
        </p:nvSpPr>
        <p:spPr>
          <a:xfrm>
            <a:off x="694800" y="4868863"/>
            <a:ext cx="10799999" cy="1439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71" name="Google Shape;2071;p187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2" name="Google Shape;2072;p187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73" name="Google Shape;2073;p187"/>
          <p:cNvSpPr/>
          <p:nvPr>
            <p:ph idx="2" type="pic"/>
          </p:nvPr>
        </p:nvSpPr>
        <p:spPr>
          <a:xfrm>
            <a:off x="694800" y="1627200"/>
            <a:ext cx="10800000" cy="3062275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074" name="Google Shape;2074;p187"/>
          <p:cNvSpPr txBox="1"/>
          <p:nvPr>
            <p:ph idx="3" type="body"/>
          </p:nvPr>
        </p:nvSpPr>
        <p:spPr>
          <a:xfrm>
            <a:off x="694799" y="3969475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75" name="Google Shape;2075;p187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Image Above and Below">
  <p:cSld name="4_Text and Image Above and Below">
    <p:spTree>
      <p:nvGrpSpPr>
        <p:cNvPr id="2076" name="Shape 2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Google Shape;2077;p188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8" name="Google Shape;2078;p188"/>
          <p:cNvSpPr txBox="1"/>
          <p:nvPr>
            <p:ph idx="1" type="body"/>
          </p:nvPr>
        </p:nvSpPr>
        <p:spPr>
          <a:xfrm>
            <a:off x="694800" y="5589588"/>
            <a:ext cx="10799999" cy="719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79" name="Google Shape;2079;p188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0" name="Google Shape;2080;p188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81" name="Google Shape;2081;p188"/>
          <p:cNvSpPr/>
          <p:nvPr>
            <p:ph idx="2" type="pic"/>
          </p:nvPr>
        </p:nvSpPr>
        <p:spPr>
          <a:xfrm>
            <a:off x="694800" y="1627200"/>
            <a:ext cx="10800000" cy="3781413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082" name="Google Shape;2082;p188"/>
          <p:cNvSpPr txBox="1"/>
          <p:nvPr>
            <p:ph idx="3" type="body"/>
          </p:nvPr>
        </p:nvSpPr>
        <p:spPr>
          <a:xfrm>
            <a:off x="694799" y="4688613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83" name="Google Shape;2083;p188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ext and Image Above and Below">
  <p:cSld name="5_Text and Image Above and Below">
    <p:spTree>
      <p:nvGrpSpPr>
        <p:cNvPr id="2084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085;p189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6" name="Google Shape;2086;p189"/>
          <p:cNvSpPr txBox="1"/>
          <p:nvPr>
            <p:ph idx="1" type="body"/>
          </p:nvPr>
        </p:nvSpPr>
        <p:spPr>
          <a:xfrm>
            <a:off x="694800" y="1627201"/>
            <a:ext cx="10799999" cy="7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87" name="Google Shape;2087;p189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8" name="Google Shape;2088;p189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89" name="Google Shape;2089;p189"/>
          <p:cNvSpPr/>
          <p:nvPr>
            <p:ph idx="2" type="pic"/>
          </p:nvPr>
        </p:nvSpPr>
        <p:spPr>
          <a:xfrm>
            <a:off x="694800" y="2528888"/>
            <a:ext cx="5310000" cy="3778312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090" name="Google Shape;2090;p189"/>
          <p:cNvSpPr/>
          <p:nvPr>
            <p:ph idx="3" type="pic"/>
          </p:nvPr>
        </p:nvSpPr>
        <p:spPr>
          <a:xfrm>
            <a:off x="6184800" y="2528888"/>
            <a:ext cx="5310000" cy="3778312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091" name="Google Shape;2091;p189"/>
          <p:cNvSpPr txBox="1"/>
          <p:nvPr>
            <p:ph idx="4" type="body"/>
          </p:nvPr>
        </p:nvSpPr>
        <p:spPr>
          <a:xfrm>
            <a:off x="693324" y="5587198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92" name="Google Shape;2092;p189"/>
          <p:cNvSpPr txBox="1"/>
          <p:nvPr>
            <p:ph idx="5" type="body"/>
          </p:nvPr>
        </p:nvSpPr>
        <p:spPr>
          <a:xfrm>
            <a:off x="6184800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93" name="Google Shape;2093;p189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ext and Image Above and Below">
  <p:cSld name="6_Text and Image Above and Below">
    <p:spTree>
      <p:nvGrpSpPr>
        <p:cNvPr id="2094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p190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6" name="Google Shape;2096;p190"/>
          <p:cNvSpPr txBox="1"/>
          <p:nvPr>
            <p:ph idx="1" type="body"/>
          </p:nvPr>
        </p:nvSpPr>
        <p:spPr>
          <a:xfrm>
            <a:off x="694800" y="1627200"/>
            <a:ext cx="10799999" cy="1622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97" name="Google Shape;2097;p190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8" name="Google Shape;2098;p190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99" name="Google Shape;2099;p190"/>
          <p:cNvSpPr/>
          <p:nvPr>
            <p:ph idx="2" type="pic"/>
          </p:nvPr>
        </p:nvSpPr>
        <p:spPr>
          <a:xfrm>
            <a:off x="694800" y="3429000"/>
            <a:ext cx="5310000" cy="28782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100" name="Google Shape;2100;p190"/>
          <p:cNvSpPr/>
          <p:nvPr>
            <p:ph idx="3" type="pic"/>
          </p:nvPr>
        </p:nvSpPr>
        <p:spPr>
          <a:xfrm>
            <a:off x="6184800" y="3429000"/>
            <a:ext cx="5310000" cy="28782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101" name="Google Shape;2101;p190"/>
          <p:cNvSpPr txBox="1"/>
          <p:nvPr>
            <p:ph idx="4" type="body"/>
          </p:nvPr>
        </p:nvSpPr>
        <p:spPr>
          <a:xfrm>
            <a:off x="693324" y="5587198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02" name="Google Shape;2102;p190"/>
          <p:cNvSpPr txBox="1"/>
          <p:nvPr>
            <p:ph idx="5" type="body"/>
          </p:nvPr>
        </p:nvSpPr>
        <p:spPr>
          <a:xfrm>
            <a:off x="6184800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03" name="Google Shape;2103;p190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ext and Image Above and Below">
  <p:cSld name="7_Text and Image Above and Below">
    <p:spTree>
      <p:nvGrpSpPr>
        <p:cNvPr id="2104" name="Shape 2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" name="Google Shape;2105;p191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6" name="Google Shape;2106;p191"/>
          <p:cNvSpPr txBox="1"/>
          <p:nvPr>
            <p:ph idx="1" type="body"/>
          </p:nvPr>
        </p:nvSpPr>
        <p:spPr>
          <a:xfrm>
            <a:off x="694800" y="1627200"/>
            <a:ext cx="10799999" cy="1622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07" name="Google Shape;2107;p191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8" name="Google Shape;2108;p191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09" name="Google Shape;2109;p191"/>
          <p:cNvSpPr/>
          <p:nvPr>
            <p:ph idx="2" type="pic"/>
          </p:nvPr>
        </p:nvSpPr>
        <p:spPr>
          <a:xfrm>
            <a:off x="694800" y="3429000"/>
            <a:ext cx="3481200" cy="28782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110" name="Google Shape;2110;p191"/>
          <p:cNvSpPr/>
          <p:nvPr>
            <p:ph idx="3" type="pic"/>
          </p:nvPr>
        </p:nvSpPr>
        <p:spPr>
          <a:xfrm>
            <a:off x="8013598" y="3429000"/>
            <a:ext cx="3481201" cy="28782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111" name="Google Shape;2111;p191"/>
          <p:cNvSpPr/>
          <p:nvPr>
            <p:ph idx="4" type="pic"/>
          </p:nvPr>
        </p:nvSpPr>
        <p:spPr>
          <a:xfrm>
            <a:off x="4354199" y="3429000"/>
            <a:ext cx="3481200" cy="28782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112" name="Google Shape;2112;p191"/>
          <p:cNvSpPr txBox="1"/>
          <p:nvPr>
            <p:ph idx="5" type="body"/>
          </p:nvPr>
        </p:nvSpPr>
        <p:spPr>
          <a:xfrm>
            <a:off x="693324" y="5587198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13" name="Google Shape;2113;p191"/>
          <p:cNvSpPr txBox="1"/>
          <p:nvPr>
            <p:ph idx="6" type="body"/>
          </p:nvPr>
        </p:nvSpPr>
        <p:spPr>
          <a:xfrm>
            <a:off x="4354199" y="5587198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14" name="Google Shape;2114;p191"/>
          <p:cNvSpPr txBox="1"/>
          <p:nvPr>
            <p:ph idx="7" type="body"/>
          </p:nvPr>
        </p:nvSpPr>
        <p:spPr>
          <a:xfrm>
            <a:off x="8013598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15" name="Google Shape;2115;p191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ext and Image Above and Below">
  <p:cSld name="8_Text and Image Above and Below">
    <p:spTree>
      <p:nvGrpSpPr>
        <p:cNvPr id="2116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7" name="Google Shape;2117;p192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8" name="Google Shape;2118;p192"/>
          <p:cNvSpPr txBox="1"/>
          <p:nvPr>
            <p:ph idx="1" type="body"/>
          </p:nvPr>
        </p:nvSpPr>
        <p:spPr>
          <a:xfrm>
            <a:off x="694800" y="1627200"/>
            <a:ext cx="10799999" cy="1622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19" name="Google Shape;2119;p192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0" name="Google Shape;2120;p192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21" name="Google Shape;2121;p192"/>
          <p:cNvSpPr/>
          <p:nvPr>
            <p:ph idx="2" type="pic"/>
          </p:nvPr>
        </p:nvSpPr>
        <p:spPr>
          <a:xfrm>
            <a:off x="694800" y="3429000"/>
            <a:ext cx="2566800" cy="28782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122" name="Google Shape;2122;p192"/>
          <p:cNvSpPr/>
          <p:nvPr>
            <p:ph idx="3" type="pic"/>
          </p:nvPr>
        </p:nvSpPr>
        <p:spPr>
          <a:xfrm>
            <a:off x="8927998" y="3429000"/>
            <a:ext cx="2566801" cy="28782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123" name="Google Shape;2123;p192"/>
          <p:cNvSpPr/>
          <p:nvPr>
            <p:ph idx="4" type="pic"/>
          </p:nvPr>
        </p:nvSpPr>
        <p:spPr>
          <a:xfrm>
            <a:off x="3439199" y="3429000"/>
            <a:ext cx="2566800" cy="28782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124" name="Google Shape;2124;p192"/>
          <p:cNvSpPr/>
          <p:nvPr>
            <p:ph idx="5" type="pic"/>
          </p:nvPr>
        </p:nvSpPr>
        <p:spPr>
          <a:xfrm>
            <a:off x="6183598" y="3429000"/>
            <a:ext cx="2566800" cy="28782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125" name="Google Shape;2125;p192"/>
          <p:cNvSpPr txBox="1"/>
          <p:nvPr>
            <p:ph idx="6" type="body"/>
          </p:nvPr>
        </p:nvSpPr>
        <p:spPr>
          <a:xfrm>
            <a:off x="693324" y="5587198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6" name="Google Shape;2126;p192"/>
          <p:cNvSpPr txBox="1"/>
          <p:nvPr>
            <p:ph idx="7" type="body"/>
          </p:nvPr>
        </p:nvSpPr>
        <p:spPr>
          <a:xfrm>
            <a:off x="3439199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7" name="Google Shape;2127;p192"/>
          <p:cNvSpPr txBox="1"/>
          <p:nvPr>
            <p:ph idx="8" type="body"/>
          </p:nvPr>
        </p:nvSpPr>
        <p:spPr>
          <a:xfrm>
            <a:off x="6183598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8" name="Google Shape;2128;p192"/>
          <p:cNvSpPr txBox="1"/>
          <p:nvPr>
            <p:ph idx="9" type="body"/>
          </p:nvPr>
        </p:nvSpPr>
        <p:spPr>
          <a:xfrm>
            <a:off x="8927997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9" name="Google Shape;2129;p192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ext and Image Above and Below">
  <p:cSld name="9_Text and Image Above and Below">
    <p:spTree>
      <p:nvGrpSpPr>
        <p:cNvPr id="2130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p193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2" name="Google Shape;2132;p193"/>
          <p:cNvSpPr txBox="1"/>
          <p:nvPr>
            <p:ph idx="1" type="body"/>
          </p:nvPr>
        </p:nvSpPr>
        <p:spPr>
          <a:xfrm>
            <a:off x="694800" y="1627201"/>
            <a:ext cx="10799999" cy="7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33" name="Google Shape;2133;p193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4" name="Google Shape;2134;p193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35" name="Google Shape;2135;p193"/>
          <p:cNvSpPr/>
          <p:nvPr>
            <p:ph idx="2" type="pic"/>
          </p:nvPr>
        </p:nvSpPr>
        <p:spPr>
          <a:xfrm>
            <a:off x="694800" y="2528888"/>
            <a:ext cx="2566800" cy="3778312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136" name="Google Shape;2136;p193"/>
          <p:cNvSpPr/>
          <p:nvPr>
            <p:ph idx="3" type="pic"/>
          </p:nvPr>
        </p:nvSpPr>
        <p:spPr>
          <a:xfrm>
            <a:off x="8927998" y="2528888"/>
            <a:ext cx="2566801" cy="3778312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137" name="Google Shape;2137;p193"/>
          <p:cNvSpPr/>
          <p:nvPr>
            <p:ph idx="4" type="pic"/>
          </p:nvPr>
        </p:nvSpPr>
        <p:spPr>
          <a:xfrm>
            <a:off x="3439199" y="2528888"/>
            <a:ext cx="2566800" cy="3778312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138" name="Google Shape;2138;p193"/>
          <p:cNvSpPr/>
          <p:nvPr>
            <p:ph idx="5" type="pic"/>
          </p:nvPr>
        </p:nvSpPr>
        <p:spPr>
          <a:xfrm>
            <a:off x="6183598" y="2528888"/>
            <a:ext cx="2566800" cy="3778312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139" name="Google Shape;2139;p193"/>
          <p:cNvSpPr txBox="1"/>
          <p:nvPr>
            <p:ph idx="6" type="body"/>
          </p:nvPr>
        </p:nvSpPr>
        <p:spPr>
          <a:xfrm>
            <a:off x="693324" y="5587198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0" name="Google Shape;2140;p193"/>
          <p:cNvSpPr txBox="1"/>
          <p:nvPr>
            <p:ph idx="7" type="body"/>
          </p:nvPr>
        </p:nvSpPr>
        <p:spPr>
          <a:xfrm>
            <a:off x="3439199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1" name="Google Shape;2141;p193"/>
          <p:cNvSpPr txBox="1"/>
          <p:nvPr>
            <p:ph idx="8" type="body"/>
          </p:nvPr>
        </p:nvSpPr>
        <p:spPr>
          <a:xfrm>
            <a:off x="6183598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2" name="Google Shape;2142;p193"/>
          <p:cNvSpPr txBox="1"/>
          <p:nvPr>
            <p:ph idx="9" type="body"/>
          </p:nvPr>
        </p:nvSpPr>
        <p:spPr>
          <a:xfrm>
            <a:off x="8927997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3" name="Google Shape;2143;p193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Text and Image Above and Below">
  <p:cSld name="10_Text and Image Above and Below">
    <p:spTree>
      <p:nvGrpSpPr>
        <p:cNvPr id="2144" name="Shape 2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5" name="Google Shape;2145;p194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6" name="Google Shape;2146;p194"/>
          <p:cNvSpPr txBox="1"/>
          <p:nvPr>
            <p:ph idx="1" type="body"/>
          </p:nvPr>
        </p:nvSpPr>
        <p:spPr>
          <a:xfrm>
            <a:off x="694800" y="1627200"/>
            <a:ext cx="10799999" cy="891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7" name="Google Shape;2147;p194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8" name="Google Shape;2148;p194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49" name="Google Shape;2149;p194"/>
          <p:cNvSpPr/>
          <p:nvPr>
            <p:ph idx="2" type="pic"/>
          </p:nvPr>
        </p:nvSpPr>
        <p:spPr>
          <a:xfrm>
            <a:off x="694800" y="2708274"/>
            <a:ext cx="2016000" cy="3598925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150" name="Google Shape;2150;p194"/>
          <p:cNvSpPr/>
          <p:nvPr>
            <p:ph idx="3" type="pic"/>
          </p:nvPr>
        </p:nvSpPr>
        <p:spPr>
          <a:xfrm>
            <a:off x="9478800" y="2708274"/>
            <a:ext cx="2016000" cy="3598925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151" name="Google Shape;2151;p194"/>
          <p:cNvSpPr/>
          <p:nvPr>
            <p:ph idx="4" type="pic"/>
          </p:nvPr>
        </p:nvSpPr>
        <p:spPr>
          <a:xfrm>
            <a:off x="2890800" y="2708274"/>
            <a:ext cx="2016000" cy="3598925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152" name="Google Shape;2152;p194"/>
          <p:cNvSpPr/>
          <p:nvPr>
            <p:ph idx="5" type="pic"/>
          </p:nvPr>
        </p:nvSpPr>
        <p:spPr>
          <a:xfrm>
            <a:off x="5086800" y="2708274"/>
            <a:ext cx="2016000" cy="3598925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153" name="Google Shape;2153;p194"/>
          <p:cNvSpPr/>
          <p:nvPr>
            <p:ph idx="6" type="pic"/>
          </p:nvPr>
        </p:nvSpPr>
        <p:spPr>
          <a:xfrm>
            <a:off x="7282800" y="2708274"/>
            <a:ext cx="2016000" cy="3598925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154" name="Google Shape;2154;p194"/>
          <p:cNvSpPr txBox="1"/>
          <p:nvPr>
            <p:ph idx="7" type="body"/>
          </p:nvPr>
        </p:nvSpPr>
        <p:spPr>
          <a:xfrm>
            <a:off x="693324" y="5587198"/>
            <a:ext cx="180222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55" name="Google Shape;2155;p194"/>
          <p:cNvSpPr txBox="1"/>
          <p:nvPr>
            <p:ph idx="8" type="body"/>
          </p:nvPr>
        </p:nvSpPr>
        <p:spPr>
          <a:xfrm>
            <a:off x="2890800" y="5587200"/>
            <a:ext cx="180222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56" name="Google Shape;2156;p194"/>
          <p:cNvSpPr txBox="1"/>
          <p:nvPr>
            <p:ph idx="9" type="body"/>
          </p:nvPr>
        </p:nvSpPr>
        <p:spPr>
          <a:xfrm>
            <a:off x="5086800" y="5587200"/>
            <a:ext cx="180222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57" name="Google Shape;2157;p194"/>
          <p:cNvSpPr txBox="1"/>
          <p:nvPr>
            <p:ph idx="13" type="body"/>
          </p:nvPr>
        </p:nvSpPr>
        <p:spPr>
          <a:xfrm>
            <a:off x="7282800" y="5566483"/>
            <a:ext cx="180222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58" name="Google Shape;2158;p194"/>
          <p:cNvSpPr txBox="1"/>
          <p:nvPr>
            <p:ph idx="14" type="body"/>
          </p:nvPr>
        </p:nvSpPr>
        <p:spPr>
          <a:xfrm>
            <a:off x="9478800" y="5587200"/>
            <a:ext cx="180222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59" name="Google Shape;2159;p194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Text and Image Above and Below">
  <p:cSld name="11_Text and Image Above and Below">
    <p:spTree>
      <p:nvGrpSpPr>
        <p:cNvPr id="2160" name="Shape 2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" name="Google Shape;2161;p195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2" name="Google Shape;2162;p195"/>
          <p:cNvSpPr txBox="1"/>
          <p:nvPr>
            <p:ph idx="1" type="body"/>
          </p:nvPr>
        </p:nvSpPr>
        <p:spPr>
          <a:xfrm>
            <a:off x="694800" y="1627200"/>
            <a:ext cx="10799999" cy="1624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63" name="Google Shape;2163;p195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4" name="Google Shape;2164;p195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65" name="Google Shape;2165;p195"/>
          <p:cNvSpPr/>
          <p:nvPr>
            <p:ph idx="2" type="pic"/>
          </p:nvPr>
        </p:nvSpPr>
        <p:spPr>
          <a:xfrm>
            <a:off x="694800" y="3429000"/>
            <a:ext cx="3481200" cy="13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166" name="Google Shape;2166;p195"/>
          <p:cNvSpPr/>
          <p:nvPr>
            <p:ph idx="3" type="pic"/>
          </p:nvPr>
        </p:nvSpPr>
        <p:spPr>
          <a:xfrm>
            <a:off x="8013598" y="3429000"/>
            <a:ext cx="3481201" cy="13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167" name="Google Shape;2167;p195"/>
          <p:cNvSpPr/>
          <p:nvPr>
            <p:ph idx="4" type="pic"/>
          </p:nvPr>
        </p:nvSpPr>
        <p:spPr>
          <a:xfrm>
            <a:off x="4354199" y="3429000"/>
            <a:ext cx="3481200" cy="13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168" name="Google Shape;2168;p195"/>
          <p:cNvSpPr/>
          <p:nvPr>
            <p:ph idx="5" type="pic"/>
          </p:nvPr>
        </p:nvSpPr>
        <p:spPr>
          <a:xfrm>
            <a:off x="694800" y="4955977"/>
            <a:ext cx="3481200" cy="1351221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169" name="Google Shape;2169;p195"/>
          <p:cNvSpPr/>
          <p:nvPr>
            <p:ph idx="6" type="pic"/>
          </p:nvPr>
        </p:nvSpPr>
        <p:spPr>
          <a:xfrm>
            <a:off x="8013598" y="4955977"/>
            <a:ext cx="3481201" cy="1351221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170" name="Google Shape;2170;p195"/>
          <p:cNvSpPr/>
          <p:nvPr>
            <p:ph idx="7" type="pic"/>
          </p:nvPr>
        </p:nvSpPr>
        <p:spPr>
          <a:xfrm>
            <a:off x="4354199" y="4955977"/>
            <a:ext cx="3481200" cy="1351221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171" name="Google Shape;2171;p195"/>
          <p:cNvSpPr txBox="1"/>
          <p:nvPr>
            <p:ph idx="8" type="body"/>
          </p:nvPr>
        </p:nvSpPr>
        <p:spPr>
          <a:xfrm>
            <a:off x="694799" y="4274820"/>
            <a:ext cx="2521476" cy="50418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72" name="Google Shape;2172;p195"/>
          <p:cNvSpPr txBox="1"/>
          <p:nvPr>
            <p:ph idx="9" type="body"/>
          </p:nvPr>
        </p:nvSpPr>
        <p:spPr>
          <a:xfrm>
            <a:off x="693324" y="5803018"/>
            <a:ext cx="2521476" cy="50418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73" name="Google Shape;2173;p195"/>
          <p:cNvSpPr txBox="1"/>
          <p:nvPr>
            <p:ph idx="13" type="body"/>
          </p:nvPr>
        </p:nvSpPr>
        <p:spPr>
          <a:xfrm>
            <a:off x="4354199" y="5803018"/>
            <a:ext cx="2521476" cy="50418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74" name="Google Shape;2174;p195"/>
          <p:cNvSpPr txBox="1"/>
          <p:nvPr>
            <p:ph idx="14" type="body"/>
          </p:nvPr>
        </p:nvSpPr>
        <p:spPr>
          <a:xfrm>
            <a:off x="4354199" y="4274820"/>
            <a:ext cx="2521476" cy="50418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75" name="Google Shape;2175;p195"/>
          <p:cNvSpPr txBox="1"/>
          <p:nvPr>
            <p:ph idx="15" type="body"/>
          </p:nvPr>
        </p:nvSpPr>
        <p:spPr>
          <a:xfrm>
            <a:off x="8013598" y="5803020"/>
            <a:ext cx="2521476" cy="50418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76" name="Google Shape;2176;p195"/>
          <p:cNvSpPr txBox="1"/>
          <p:nvPr>
            <p:ph idx="16" type="body"/>
          </p:nvPr>
        </p:nvSpPr>
        <p:spPr>
          <a:xfrm>
            <a:off x="8013598" y="4274820"/>
            <a:ext cx="2521476" cy="50418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77" name="Google Shape;2177;p195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Text and Image Above and Below">
  <p:cSld name="12_Text and Image Above and Below">
    <p:spTree>
      <p:nvGrpSpPr>
        <p:cNvPr id="2178" name="Shape 2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9" name="Google Shape;2179;p196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0" name="Google Shape;2180;p196"/>
          <p:cNvSpPr txBox="1"/>
          <p:nvPr>
            <p:ph idx="1" type="body"/>
          </p:nvPr>
        </p:nvSpPr>
        <p:spPr>
          <a:xfrm>
            <a:off x="694800" y="1627200"/>
            <a:ext cx="10799999" cy="18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81" name="Google Shape;2181;p196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2" name="Google Shape;2182;p196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83" name="Google Shape;2183;p196"/>
          <p:cNvSpPr/>
          <p:nvPr>
            <p:ph idx="2" type="pic"/>
          </p:nvPr>
        </p:nvSpPr>
        <p:spPr>
          <a:xfrm>
            <a:off x="694800" y="3429000"/>
            <a:ext cx="3481200" cy="13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184" name="Google Shape;2184;p196"/>
          <p:cNvSpPr/>
          <p:nvPr>
            <p:ph idx="3" type="pic"/>
          </p:nvPr>
        </p:nvSpPr>
        <p:spPr>
          <a:xfrm>
            <a:off x="8013598" y="3429000"/>
            <a:ext cx="3481201" cy="13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185" name="Google Shape;2185;p196"/>
          <p:cNvSpPr/>
          <p:nvPr>
            <p:ph idx="4" type="pic"/>
          </p:nvPr>
        </p:nvSpPr>
        <p:spPr>
          <a:xfrm>
            <a:off x="4354199" y="3429000"/>
            <a:ext cx="3481200" cy="13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186" name="Google Shape;2186;p196"/>
          <p:cNvSpPr/>
          <p:nvPr>
            <p:ph idx="5" type="pic"/>
          </p:nvPr>
        </p:nvSpPr>
        <p:spPr>
          <a:xfrm>
            <a:off x="694800" y="4955977"/>
            <a:ext cx="3481200" cy="1351221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187" name="Google Shape;2187;p196"/>
          <p:cNvSpPr/>
          <p:nvPr>
            <p:ph idx="6" type="pic"/>
          </p:nvPr>
        </p:nvSpPr>
        <p:spPr>
          <a:xfrm>
            <a:off x="8013598" y="4955977"/>
            <a:ext cx="3481201" cy="1351221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188" name="Google Shape;2188;p196"/>
          <p:cNvSpPr/>
          <p:nvPr>
            <p:ph idx="7" type="pic"/>
          </p:nvPr>
        </p:nvSpPr>
        <p:spPr>
          <a:xfrm>
            <a:off x="4354199" y="4955977"/>
            <a:ext cx="3481200" cy="1351221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189" name="Google Shape;2189;p196"/>
          <p:cNvSpPr txBox="1"/>
          <p:nvPr>
            <p:ph idx="8" type="body"/>
          </p:nvPr>
        </p:nvSpPr>
        <p:spPr>
          <a:xfrm>
            <a:off x="694799" y="4276976"/>
            <a:ext cx="2521476" cy="502024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90" name="Google Shape;2190;p196"/>
          <p:cNvSpPr txBox="1"/>
          <p:nvPr>
            <p:ph idx="9" type="body"/>
          </p:nvPr>
        </p:nvSpPr>
        <p:spPr>
          <a:xfrm>
            <a:off x="693324" y="5805174"/>
            <a:ext cx="2521476" cy="502024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91" name="Google Shape;2191;p196"/>
          <p:cNvSpPr txBox="1"/>
          <p:nvPr>
            <p:ph idx="13" type="body"/>
          </p:nvPr>
        </p:nvSpPr>
        <p:spPr>
          <a:xfrm>
            <a:off x="4354199" y="5805174"/>
            <a:ext cx="2521476" cy="502024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92" name="Google Shape;2192;p196"/>
          <p:cNvSpPr txBox="1"/>
          <p:nvPr>
            <p:ph idx="14" type="body"/>
          </p:nvPr>
        </p:nvSpPr>
        <p:spPr>
          <a:xfrm>
            <a:off x="4354199" y="4276976"/>
            <a:ext cx="2521476" cy="502024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93" name="Google Shape;2193;p196"/>
          <p:cNvSpPr txBox="1"/>
          <p:nvPr>
            <p:ph idx="15" type="body"/>
          </p:nvPr>
        </p:nvSpPr>
        <p:spPr>
          <a:xfrm>
            <a:off x="8013598" y="5805176"/>
            <a:ext cx="2521476" cy="502024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94" name="Google Shape;2194;p196"/>
          <p:cNvSpPr txBox="1"/>
          <p:nvPr>
            <p:ph idx="16" type="body"/>
          </p:nvPr>
        </p:nvSpPr>
        <p:spPr>
          <a:xfrm>
            <a:off x="8013598" y="4276976"/>
            <a:ext cx="2521476" cy="502024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95" name="Google Shape;2195;p196"/>
          <p:cNvSpPr/>
          <p:nvPr>
            <p:ph idx="17" type="pic"/>
          </p:nvPr>
        </p:nvSpPr>
        <p:spPr>
          <a:xfrm>
            <a:off x="696676" y="1899796"/>
            <a:ext cx="3481200" cy="13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196" name="Google Shape;2196;p196"/>
          <p:cNvSpPr/>
          <p:nvPr>
            <p:ph idx="18" type="pic"/>
          </p:nvPr>
        </p:nvSpPr>
        <p:spPr>
          <a:xfrm>
            <a:off x="8015474" y="1899796"/>
            <a:ext cx="3481201" cy="13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197" name="Google Shape;2197;p196"/>
          <p:cNvSpPr/>
          <p:nvPr>
            <p:ph idx="19" type="pic"/>
          </p:nvPr>
        </p:nvSpPr>
        <p:spPr>
          <a:xfrm>
            <a:off x="4356075" y="1899796"/>
            <a:ext cx="3481200" cy="135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198" name="Google Shape;2198;p196"/>
          <p:cNvSpPr txBox="1"/>
          <p:nvPr>
            <p:ph idx="20" type="body"/>
          </p:nvPr>
        </p:nvSpPr>
        <p:spPr>
          <a:xfrm>
            <a:off x="696675" y="2747772"/>
            <a:ext cx="2521476" cy="502024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99" name="Google Shape;2199;p196"/>
          <p:cNvSpPr txBox="1"/>
          <p:nvPr>
            <p:ph idx="21" type="body"/>
          </p:nvPr>
        </p:nvSpPr>
        <p:spPr>
          <a:xfrm>
            <a:off x="4356075" y="2747772"/>
            <a:ext cx="2521476" cy="502024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00" name="Google Shape;2200;p196"/>
          <p:cNvSpPr txBox="1"/>
          <p:nvPr>
            <p:ph idx="22" type="body"/>
          </p:nvPr>
        </p:nvSpPr>
        <p:spPr>
          <a:xfrm>
            <a:off x="8015474" y="2747772"/>
            <a:ext cx="2521476" cy="502024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01" name="Google Shape;2201;p196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Text and Image Above and Below">
  <p:cSld name="13_Text and Image Above and Below">
    <p:spTree>
      <p:nvGrpSpPr>
        <p:cNvPr id="2202" name="Shape 2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Google Shape;2203;p197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4" name="Google Shape;2204;p197"/>
          <p:cNvSpPr txBox="1"/>
          <p:nvPr>
            <p:ph idx="1" type="body"/>
          </p:nvPr>
        </p:nvSpPr>
        <p:spPr>
          <a:xfrm>
            <a:off x="694800" y="1627201"/>
            <a:ext cx="10799999" cy="901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05" name="Google Shape;2205;p197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6" name="Google Shape;2206;p197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07" name="Google Shape;2207;p197"/>
          <p:cNvSpPr/>
          <p:nvPr>
            <p:ph idx="2" type="pic"/>
          </p:nvPr>
        </p:nvSpPr>
        <p:spPr>
          <a:xfrm>
            <a:off x="694800" y="2708274"/>
            <a:ext cx="2520000" cy="3598925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208" name="Google Shape;2208;p197"/>
          <p:cNvSpPr/>
          <p:nvPr>
            <p:ph idx="3" type="pic"/>
          </p:nvPr>
        </p:nvSpPr>
        <p:spPr>
          <a:xfrm>
            <a:off x="7716838" y="2708273"/>
            <a:ext cx="3777961" cy="3598925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209" name="Google Shape;2209;p197"/>
          <p:cNvSpPr/>
          <p:nvPr>
            <p:ph idx="4" type="pic"/>
          </p:nvPr>
        </p:nvSpPr>
        <p:spPr>
          <a:xfrm>
            <a:off x="3395663" y="4687937"/>
            <a:ext cx="2160587" cy="1619261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210" name="Google Shape;2210;p197"/>
          <p:cNvSpPr/>
          <p:nvPr>
            <p:ph idx="5" type="pic"/>
          </p:nvPr>
        </p:nvSpPr>
        <p:spPr>
          <a:xfrm>
            <a:off x="5737113" y="4687937"/>
            <a:ext cx="1798750" cy="1619261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211" name="Google Shape;2211;p197"/>
          <p:cNvSpPr/>
          <p:nvPr>
            <p:ph idx="6" type="pic"/>
          </p:nvPr>
        </p:nvSpPr>
        <p:spPr>
          <a:xfrm>
            <a:off x="3395662" y="2706749"/>
            <a:ext cx="4140201" cy="1801752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212" name="Google Shape;2212;p197"/>
          <p:cNvSpPr txBox="1"/>
          <p:nvPr>
            <p:ph idx="7" type="body"/>
          </p:nvPr>
        </p:nvSpPr>
        <p:spPr>
          <a:xfrm>
            <a:off x="5733900" y="5587200"/>
            <a:ext cx="172666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3" name="Google Shape;2213;p197"/>
          <p:cNvSpPr txBox="1"/>
          <p:nvPr>
            <p:ph idx="8" type="body"/>
          </p:nvPr>
        </p:nvSpPr>
        <p:spPr>
          <a:xfrm>
            <a:off x="3394188" y="3787735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4" name="Google Shape;2214;p197"/>
          <p:cNvSpPr txBox="1"/>
          <p:nvPr>
            <p:ph idx="9" type="body"/>
          </p:nvPr>
        </p:nvSpPr>
        <p:spPr>
          <a:xfrm>
            <a:off x="7729292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5" name="Google Shape;2215;p197"/>
          <p:cNvSpPr txBox="1"/>
          <p:nvPr>
            <p:ph idx="13" type="body"/>
          </p:nvPr>
        </p:nvSpPr>
        <p:spPr>
          <a:xfrm>
            <a:off x="693324" y="5587198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6" name="Google Shape;2216;p197"/>
          <p:cNvSpPr txBox="1"/>
          <p:nvPr>
            <p:ph idx="14" type="body"/>
          </p:nvPr>
        </p:nvSpPr>
        <p:spPr>
          <a:xfrm>
            <a:off x="3394188" y="5587200"/>
            <a:ext cx="1977912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7" name="Google Shape;2217;p197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Text and Image Above and Below">
  <p:cSld name="14_Text and Image Above and Below">
    <p:spTree>
      <p:nvGrpSpPr>
        <p:cNvPr id="2218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198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0" name="Google Shape;2220;p198"/>
          <p:cNvSpPr txBox="1"/>
          <p:nvPr>
            <p:ph idx="1" type="body"/>
          </p:nvPr>
        </p:nvSpPr>
        <p:spPr>
          <a:xfrm>
            <a:off x="694800" y="1627201"/>
            <a:ext cx="10799999" cy="901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21" name="Google Shape;2221;p198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2" name="Google Shape;2222;p198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23" name="Google Shape;2223;p198"/>
          <p:cNvSpPr/>
          <p:nvPr>
            <p:ph idx="2" type="pic"/>
          </p:nvPr>
        </p:nvSpPr>
        <p:spPr>
          <a:xfrm>
            <a:off x="694800" y="2708274"/>
            <a:ext cx="2520000" cy="3598925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224" name="Google Shape;2224;p198"/>
          <p:cNvSpPr/>
          <p:nvPr>
            <p:ph idx="3" type="pic"/>
          </p:nvPr>
        </p:nvSpPr>
        <p:spPr>
          <a:xfrm>
            <a:off x="7716838" y="4689475"/>
            <a:ext cx="3777961" cy="1617723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225" name="Google Shape;2225;p198"/>
          <p:cNvSpPr/>
          <p:nvPr>
            <p:ph idx="4" type="pic"/>
          </p:nvPr>
        </p:nvSpPr>
        <p:spPr>
          <a:xfrm>
            <a:off x="3395663" y="4687937"/>
            <a:ext cx="2160587" cy="1619261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226" name="Google Shape;2226;p198"/>
          <p:cNvSpPr/>
          <p:nvPr>
            <p:ph idx="5" type="pic"/>
          </p:nvPr>
        </p:nvSpPr>
        <p:spPr>
          <a:xfrm>
            <a:off x="5737113" y="4687937"/>
            <a:ext cx="1798750" cy="1619261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227" name="Google Shape;2227;p198"/>
          <p:cNvSpPr/>
          <p:nvPr>
            <p:ph idx="6" type="pic"/>
          </p:nvPr>
        </p:nvSpPr>
        <p:spPr>
          <a:xfrm>
            <a:off x="3395662" y="2706749"/>
            <a:ext cx="3421063" cy="1801752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228" name="Google Shape;2228;p198"/>
          <p:cNvSpPr txBox="1"/>
          <p:nvPr>
            <p:ph idx="7" type="body"/>
          </p:nvPr>
        </p:nvSpPr>
        <p:spPr>
          <a:xfrm>
            <a:off x="5733900" y="5587200"/>
            <a:ext cx="172666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29" name="Google Shape;2229;p198"/>
          <p:cNvSpPr txBox="1"/>
          <p:nvPr>
            <p:ph idx="8" type="body"/>
          </p:nvPr>
        </p:nvSpPr>
        <p:spPr>
          <a:xfrm>
            <a:off x="3394188" y="3787735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30" name="Google Shape;2230;p198"/>
          <p:cNvSpPr txBox="1"/>
          <p:nvPr>
            <p:ph idx="9" type="body"/>
          </p:nvPr>
        </p:nvSpPr>
        <p:spPr>
          <a:xfrm>
            <a:off x="7729292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31" name="Google Shape;2231;p198"/>
          <p:cNvSpPr txBox="1"/>
          <p:nvPr>
            <p:ph idx="13" type="body"/>
          </p:nvPr>
        </p:nvSpPr>
        <p:spPr>
          <a:xfrm>
            <a:off x="693324" y="5587198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32" name="Google Shape;2232;p198"/>
          <p:cNvSpPr txBox="1"/>
          <p:nvPr>
            <p:ph idx="14" type="body"/>
          </p:nvPr>
        </p:nvSpPr>
        <p:spPr>
          <a:xfrm>
            <a:off x="3394188" y="5587200"/>
            <a:ext cx="1977912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33" name="Google Shape;2233;p198"/>
          <p:cNvSpPr/>
          <p:nvPr>
            <p:ph idx="15" type="pic"/>
          </p:nvPr>
        </p:nvSpPr>
        <p:spPr>
          <a:xfrm>
            <a:off x="6996114" y="2708274"/>
            <a:ext cx="4498686" cy="1799462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234" name="Google Shape;2234;p198"/>
          <p:cNvSpPr txBox="1"/>
          <p:nvPr>
            <p:ph idx="16" type="body"/>
          </p:nvPr>
        </p:nvSpPr>
        <p:spPr>
          <a:xfrm>
            <a:off x="6995587" y="3787735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35" name="Google Shape;2235;p198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Text and Image Above and Below">
  <p:cSld name="15_Text and Image Above and Below">
    <p:spTree>
      <p:nvGrpSpPr>
        <p:cNvPr id="2236" name="Shape 2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7" name="Google Shape;2237;p199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8" name="Google Shape;2238;p199"/>
          <p:cNvSpPr txBox="1"/>
          <p:nvPr>
            <p:ph idx="1" type="body"/>
          </p:nvPr>
        </p:nvSpPr>
        <p:spPr>
          <a:xfrm>
            <a:off x="694800" y="1627201"/>
            <a:ext cx="10799999" cy="901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39" name="Google Shape;2239;p199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0" name="Google Shape;2240;p199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41" name="Google Shape;2241;p199"/>
          <p:cNvSpPr/>
          <p:nvPr>
            <p:ph idx="2" type="pic"/>
          </p:nvPr>
        </p:nvSpPr>
        <p:spPr>
          <a:xfrm>
            <a:off x="694800" y="2708274"/>
            <a:ext cx="2520000" cy="3598925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242" name="Google Shape;2242;p199"/>
          <p:cNvSpPr/>
          <p:nvPr>
            <p:ph idx="3" type="pic"/>
          </p:nvPr>
        </p:nvSpPr>
        <p:spPr>
          <a:xfrm>
            <a:off x="9336088" y="2708273"/>
            <a:ext cx="2158711" cy="3598925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243" name="Google Shape;2243;p199"/>
          <p:cNvSpPr/>
          <p:nvPr>
            <p:ph idx="4" type="pic"/>
          </p:nvPr>
        </p:nvSpPr>
        <p:spPr>
          <a:xfrm>
            <a:off x="3395663" y="4687937"/>
            <a:ext cx="2160587" cy="1619261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244" name="Google Shape;2244;p199"/>
          <p:cNvSpPr/>
          <p:nvPr>
            <p:ph idx="5" type="pic"/>
          </p:nvPr>
        </p:nvSpPr>
        <p:spPr>
          <a:xfrm>
            <a:off x="5737113" y="4687937"/>
            <a:ext cx="3419586" cy="1619261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245" name="Google Shape;2245;p199"/>
          <p:cNvSpPr/>
          <p:nvPr>
            <p:ph idx="6" type="pic"/>
          </p:nvPr>
        </p:nvSpPr>
        <p:spPr>
          <a:xfrm>
            <a:off x="3395662" y="2706749"/>
            <a:ext cx="4140201" cy="1801752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246" name="Google Shape;2246;p199"/>
          <p:cNvSpPr/>
          <p:nvPr>
            <p:ph idx="7" type="pic"/>
          </p:nvPr>
        </p:nvSpPr>
        <p:spPr>
          <a:xfrm>
            <a:off x="7716838" y="2708275"/>
            <a:ext cx="1439862" cy="1800479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247" name="Google Shape;2247;p199"/>
          <p:cNvSpPr txBox="1"/>
          <p:nvPr>
            <p:ph idx="8" type="body"/>
          </p:nvPr>
        </p:nvSpPr>
        <p:spPr>
          <a:xfrm>
            <a:off x="693324" y="5587198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48" name="Google Shape;2248;p199"/>
          <p:cNvSpPr txBox="1"/>
          <p:nvPr>
            <p:ph idx="9" type="body"/>
          </p:nvPr>
        </p:nvSpPr>
        <p:spPr>
          <a:xfrm>
            <a:off x="3394188" y="5587200"/>
            <a:ext cx="1977912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49" name="Google Shape;2249;p199"/>
          <p:cNvSpPr txBox="1"/>
          <p:nvPr>
            <p:ph idx="13" type="body"/>
          </p:nvPr>
        </p:nvSpPr>
        <p:spPr>
          <a:xfrm>
            <a:off x="5733900" y="558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50" name="Google Shape;2250;p199"/>
          <p:cNvSpPr txBox="1"/>
          <p:nvPr>
            <p:ph idx="14" type="body"/>
          </p:nvPr>
        </p:nvSpPr>
        <p:spPr>
          <a:xfrm>
            <a:off x="3394188" y="3787735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51" name="Google Shape;2251;p199"/>
          <p:cNvSpPr txBox="1"/>
          <p:nvPr>
            <p:ph idx="15" type="body"/>
          </p:nvPr>
        </p:nvSpPr>
        <p:spPr>
          <a:xfrm>
            <a:off x="7715251" y="3787735"/>
            <a:ext cx="1355597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52" name="Google Shape;2252;p199"/>
          <p:cNvSpPr txBox="1"/>
          <p:nvPr>
            <p:ph idx="16" type="body"/>
          </p:nvPr>
        </p:nvSpPr>
        <p:spPr>
          <a:xfrm>
            <a:off x="9336087" y="5587200"/>
            <a:ext cx="2063433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53" name="Google Shape;2253;p199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Text and Image Above and Below">
  <p:cSld name="16_Text and Image Above and Below">
    <p:spTree>
      <p:nvGrpSpPr>
        <p:cNvPr id="2254" name="Shape 2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Google Shape;2255;p200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6" name="Google Shape;2256;p200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7" name="Google Shape;2257;p200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58" name="Google Shape;2258;p200"/>
          <p:cNvSpPr/>
          <p:nvPr>
            <p:ph idx="2" type="pic"/>
          </p:nvPr>
        </p:nvSpPr>
        <p:spPr>
          <a:xfrm>
            <a:off x="694800" y="1627200"/>
            <a:ext cx="10800000" cy="3240087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259" name="Google Shape;2259;p200"/>
          <p:cNvSpPr txBox="1"/>
          <p:nvPr>
            <p:ph idx="1" type="body"/>
          </p:nvPr>
        </p:nvSpPr>
        <p:spPr>
          <a:xfrm>
            <a:off x="695325" y="5603251"/>
            <a:ext cx="10801350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60" name="Google Shape;2260;p200"/>
          <p:cNvSpPr txBox="1"/>
          <p:nvPr>
            <p:ph idx="3" type="body"/>
          </p:nvPr>
        </p:nvSpPr>
        <p:spPr>
          <a:xfrm>
            <a:off x="695325" y="5056201"/>
            <a:ext cx="1080135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61" name="Google Shape;2261;p200"/>
          <p:cNvSpPr txBox="1"/>
          <p:nvPr>
            <p:ph idx="4" type="body"/>
          </p:nvPr>
        </p:nvSpPr>
        <p:spPr>
          <a:xfrm>
            <a:off x="694799" y="4147287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62" name="Google Shape;2262;p200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Text and Image Above and Below">
  <p:cSld name="17_Text and Image Above and Below">
    <p:spTree>
      <p:nvGrpSpPr>
        <p:cNvPr id="2263" name="Shape 2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4" name="Google Shape;2264;p201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5" name="Google Shape;2265;p201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6" name="Google Shape;2266;p201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67" name="Google Shape;2267;p201"/>
          <p:cNvSpPr/>
          <p:nvPr>
            <p:ph idx="2" type="pic"/>
          </p:nvPr>
        </p:nvSpPr>
        <p:spPr>
          <a:xfrm>
            <a:off x="694800" y="1627200"/>
            <a:ext cx="5310000" cy="3240087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268" name="Google Shape;2268;p201"/>
          <p:cNvSpPr/>
          <p:nvPr>
            <p:ph idx="3" type="pic"/>
          </p:nvPr>
        </p:nvSpPr>
        <p:spPr>
          <a:xfrm>
            <a:off x="6185753" y="1627200"/>
            <a:ext cx="5309047" cy="3240087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269" name="Google Shape;2269;p201"/>
          <p:cNvSpPr txBox="1"/>
          <p:nvPr>
            <p:ph idx="1" type="body"/>
          </p:nvPr>
        </p:nvSpPr>
        <p:spPr>
          <a:xfrm>
            <a:off x="695325" y="5603251"/>
            <a:ext cx="5310000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0" name="Google Shape;2270;p201"/>
          <p:cNvSpPr txBox="1"/>
          <p:nvPr>
            <p:ph idx="4" type="body"/>
          </p:nvPr>
        </p:nvSpPr>
        <p:spPr>
          <a:xfrm>
            <a:off x="6186581" y="5603251"/>
            <a:ext cx="5310000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1" name="Google Shape;2271;p201"/>
          <p:cNvSpPr txBox="1"/>
          <p:nvPr>
            <p:ph idx="5" type="body"/>
          </p:nvPr>
        </p:nvSpPr>
        <p:spPr>
          <a:xfrm>
            <a:off x="695325" y="5056201"/>
            <a:ext cx="53100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2" name="Google Shape;2272;p201"/>
          <p:cNvSpPr txBox="1"/>
          <p:nvPr>
            <p:ph idx="6" type="body"/>
          </p:nvPr>
        </p:nvSpPr>
        <p:spPr>
          <a:xfrm>
            <a:off x="6186581" y="5056201"/>
            <a:ext cx="53100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3" name="Google Shape;2273;p201"/>
          <p:cNvSpPr txBox="1"/>
          <p:nvPr>
            <p:ph idx="7" type="body"/>
          </p:nvPr>
        </p:nvSpPr>
        <p:spPr>
          <a:xfrm>
            <a:off x="694799" y="4147287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4" name="Google Shape;2274;p201"/>
          <p:cNvSpPr txBox="1"/>
          <p:nvPr>
            <p:ph idx="8" type="body"/>
          </p:nvPr>
        </p:nvSpPr>
        <p:spPr>
          <a:xfrm>
            <a:off x="6185753" y="4147287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5" name="Google Shape;2275;p201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Text and Image Above and Below">
  <p:cSld name="18_Text and Image Above and Below">
    <p:spTree>
      <p:nvGrpSpPr>
        <p:cNvPr id="2276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7" name="Google Shape;2277;p202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8" name="Google Shape;2278;p202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9" name="Google Shape;2279;p202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80" name="Google Shape;2280;p202"/>
          <p:cNvSpPr/>
          <p:nvPr>
            <p:ph idx="2" type="pic"/>
          </p:nvPr>
        </p:nvSpPr>
        <p:spPr>
          <a:xfrm>
            <a:off x="694800" y="1627200"/>
            <a:ext cx="5310000" cy="2162163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281" name="Google Shape;2281;p202"/>
          <p:cNvSpPr/>
          <p:nvPr>
            <p:ph idx="3" type="pic"/>
          </p:nvPr>
        </p:nvSpPr>
        <p:spPr>
          <a:xfrm>
            <a:off x="6185753" y="1627200"/>
            <a:ext cx="5309047" cy="2162163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282" name="Google Shape;2282;p202"/>
          <p:cNvSpPr txBox="1"/>
          <p:nvPr>
            <p:ph idx="1" type="body"/>
          </p:nvPr>
        </p:nvSpPr>
        <p:spPr>
          <a:xfrm>
            <a:off x="695325" y="4528799"/>
            <a:ext cx="5310000" cy="177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83" name="Google Shape;2283;p202"/>
          <p:cNvSpPr txBox="1"/>
          <p:nvPr>
            <p:ph idx="4" type="body"/>
          </p:nvPr>
        </p:nvSpPr>
        <p:spPr>
          <a:xfrm>
            <a:off x="6186581" y="4528799"/>
            <a:ext cx="5310000" cy="177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84" name="Google Shape;2284;p202"/>
          <p:cNvSpPr txBox="1"/>
          <p:nvPr>
            <p:ph idx="5" type="body"/>
          </p:nvPr>
        </p:nvSpPr>
        <p:spPr>
          <a:xfrm>
            <a:off x="695325" y="3981600"/>
            <a:ext cx="53100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85" name="Google Shape;2285;p202"/>
          <p:cNvSpPr txBox="1"/>
          <p:nvPr>
            <p:ph idx="6" type="body"/>
          </p:nvPr>
        </p:nvSpPr>
        <p:spPr>
          <a:xfrm>
            <a:off x="6186581" y="3981600"/>
            <a:ext cx="53100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86" name="Google Shape;2286;p202"/>
          <p:cNvSpPr txBox="1"/>
          <p:nvPr>
            <p:ph idx="7" type="body"/>
          </p:nvPr>
        </p:nvSpPr>
        <p:spPr>
          <a:xfrm>
            <a:off x="6185753" y="30690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87" name="Google Shape;2287;p202"/>
          <p:cNvSpPr txBox="1"/>
          <p:nvPr>
            <p:ph idx="8" type="body"/>
          </p:nvPr>
        </p:nvSpPr>
        <p:spPr>
          <a:xfrm>
            <a:off x="694799" y="30690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88" name="Google Shape;2288;p202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Text and Image Above and Below">
  <p:cSld name="19_Text and Image Above and Below">
    <p:spTree>
      <p:nvGrpSpPr>
        <p:cNvPr id="2289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" name="Google Shape;2290;p203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1" name="Google Shape;2291;p203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2" name="Google Shape;2292;p203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93" name="Google Shape;2293;p203"/>
          <p:cNvSpPr/>
          <p:nvPr>
            <p:ph idx="2" type="pic"/>
          </p:nvPr>
        </p:nvSpPr>
        <p:spPr>
          <a:xfrm>
            <a:off x="694800" y="1627200"/>
            <a:ext cx="3481200" cy="3240087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294" name="Google Shape;2294;p203"/>
          <p:cNvSpPr/>
          <p:nvPr>
            <p:ph idx="3" type="pic"/>
          </p:nvPr>
        </p:nvSpPr>
        <p:spPr>
          <a:xfrm>
            <a:off x="8013387" y="1627200"/>
            <a:ext cx="3481413" cy="3240087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295" name="Google Shape;2295;p203"/>
          <p:cNvSpPr/>
          <p:nvPr>
            <p:ph idx="4" type="pic"/>
          </p:nvPr>
        </p:nvSpPr>
        <p:spPr>
          <a:xfrm>
            <a:off x="4354221" y="1627200"/>
            <a:ext cx="3480946" cy="3240087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296" name="Google Shape;2296;p203"/>
          <p:cNvSpPr txBox="1"/>
          <p:nvPr>
            <p:ph idx="1" type="body"/>
          </p:nvPr>
        </p:nvSpPr>
        <p:spPr>
          <a:xfrm>
            <a:off x="695325" y="5603251"/>
            <a:ext cx="3481200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97" name="Google Shape;2297;p203"/>
          <p:cNvSpPr txBox="1"/>
          <p:nvPr>
            <p:ph idx="5" type="body"/>
          </p:nvPr>
        </p:nvSpPr>
        <p:spPr>
          <a:xfrm>
            <a:off x="4355400" y="5603251"/>
            <a:ext cx="3481200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98" name="Google Shape;2298;p203"/>
          <p:cNvSpPr txBox="1"/>
          <p:nvPr>
            <p:ph idx="6" type="body"/>
          </p:nvPr>
        </p:nvSpPr>
        <p:spPr>
          <a:xfrm>
            <a:off x="8015475" y="5603251"/>
            <a:ext cx="3481200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99" name="Google Shape;2299;p203"/>
          <p:cNvSpPr txBox="1"/>
          <p:nvPr>
            <p:ph idx="7" type="body"/>
          </p:nvPr>
        </p:nvSpPr>
        <p:spPr>
          <a:xfrm>
            <a:off x="695325" y="5056201"/>
            <a:ext cx="34812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00" name="Google Shape;2300;p203"/>
          <p:cNvSpPr txBox="1"/>
          <p:nvPr>
            <p:ph idx="8" type="body"/>
          </p:nvPr>
        </p:nvSpPr>
        <p:spPr>
          <a:xfrm>
            <a:off x="4355400" y="5056201"/>
            <a:ext cx="34812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01" name="Google Shape;2301;p203"/>
          <p:cNvSpPr txBox="1"/>
          <p:nvPr>
            <p:ph idx="9" type="body"/>
          </p:nvPr>
        </p:nvSpPr>
        <p:spPr>
          <a:xfrm>
            <a:off x="8015475" y="5056201"/>
            <a:ext cx="34812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02" name="Google Shape;2302;p203"/>
          <p:cNvSpPr txBox="1"/>
          <p:nvPr>
            <p:ph idx="13" type="body"/>
          </p:nvPr>
        </p:nvSpPr>
        <p:spPr>
          <a:xfrm>
            <a:off x="694799" y="4147287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03" name="Google Shape;2303;p203"/>
          <p:cNvSpPr txBox="1"/>
          <p:nvPr>
            <p:ph idx="14" type="body"/>
          </p:nvPr>
        </p:nvSpPr>
        <p:spPr>
          <a:xfrm>
            <a:off x="4354220" y="4147287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04" name="Google Shape;2304;p203"/>
          <p:cNvSpPr txBox="1"/>
          <p:nvPr>
            <p:ph idx="15" type="body"/>
          </p:nvPr>
        </p:nvSpPr>
        <p:spPr>
          <a:xfrm>
            <a:off x="8013387" y="4147287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05" name="Google Shape;2305;p203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Text and Image Above and Below">
  <p:cSld name="20_Text and Image Above and Below">
    <p:spTree>
      <p:nvGrpSpPr>
        <p:cNvPr id="2306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7" name="Google Shape;2307;p204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8" name="Google Shape;2308;p204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9" name="Google Shape;2309;p204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10" name="Google Shape;2310;p204"/>
          <p:cNvSpPr/>
          <p:nvPr>
            <p:ph idx="2" type="pic"/>
          </p:nvPr>
        </p:nvSpPr>
        <p:spPr>
          <a:xfrm>
            <a:off x="694800" y="1627200"/>
            <a:ext cx="3481200" cy="2162163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311" name="Google Shape;2311;p204"/>
          <p:cNvSpPr/>
          <p:nvPr>
            <p:ph idx="3" type="pic"/>
          </p:nvPr>
        </p:nvSpPr>
        <p:spPr>
          <a:xfrm>
            <a:off x="8013387" y="1627200"/>
            <a:ext cx="3481413" cy="2162163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312" name="Google Shape;2312;p204"/>
          <p:cNvSpPr/>
          <p:nvPr>
            <p:ph idx="4" type="pic"/>
          </p:nvPr>
        </p:nvSpPr>
        <p:spPr>
          <a:xfrm>
            <a:off x="4354221" y="1627200"/>
            <a:ext cx="3480946" cy="2162163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313" name="Google Shape;2313;p204"/>
          <p:cNvSpPr txBox="1"/>
          <p:nvPr>
            <p:ph idx="1" type="body"/>
          </p:nvPr>
        </p:nvSpPr>
        <p:spPr>
          <a:xfrm>
            <a:off x="695325" y="4528799"/>
            <a:ext cx="3481200" cy="177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14" name="Google Shape;2314;p204"/>
          <p:cNvSpPr txBox="1"/>
          <p:nvPr>
            <p:ph idx="5" type="body"/>
          </p:nvPr>
        </p:nvSpPr>
        <p:spPr>
          <a:xfrm>
            <a:off x="4355400" y="4528799"/>
            <a:ext cx="3481200" cy="177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15" name="Google Shape;2315;p204"/>
          <p:cNvSpPr txBox="1"/>
          <p:nvPr>
            <p:ph idx="6" type="body"/>
          </p:nvPr>
        </p:nvSpPr>
        <p:spPr>
          <a:xfrm>
            <a:off x="8015475" y="4528799"/>
            <a:ext cx="3481200" cy="177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16" name="Google Shape;2316;p204"/>
          <p:cNvSpPr txBox="1"/>
          <p:nvPr>
            <p:ph idx="7" type="body"/>
          </p:nvPr>
        </p:nvSpPr>
        <p:spPr>
          <a:xfrm>
            <a:off x="695325" y="3981600"/>
            <a:ext cx="34812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17" name="Google Shape;2317;p204"/>
          <p:cNvSpPr txBox="1"/>
          <p:nvPr>
            <p:ph idx="8" type="body"/>
          </p:nvPr>
        </p:nvSpPr>
        <p:spPr>
          <a:xfrm>
            <a:off x="4355400" y="3981600"/>
            <a:ext cx="34812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18" name="Google Shape;2318;p204"/>
          <p:cNvSpPr txBox="1"/>
          <p:nvPr>
            <p:ph idx="9" type="body"/>
          </p:nvPr>
        </p:nvSpPr>
        <p:spPr>
          <a:xfrm>
            <a:off x="8015475" y="3981600"/>
            <a:ext cx="34812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19" name="Google Shape;2319;p204"/>
          <p:cNvSpPr txBox="1"/>
          <p:nvPr>
            <p:ph idx="13" type="body"/>
          </p:nvPr>
        </p:nvSpPr>
        <p:spPr>
          <a:xfrm>
            <a:off x="694799" y="30690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20" name="Google Shape;2320;p204"/>
          <p:cNvSpPr txBox="1"/>
          <p:nvPr>
            <p:ph idx="14" type="body"/>
          </p:nvPr>
        </p:nvSpPr>
        <p:spPr>
          <a:xfrm>
            <a:off x="4354220" y="30690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21" name="Google Shape;2321;p204"/>
          <p:cNvSpPr txBox="1"/>
          <p:nvPr>
            <p:ph idx="15" type="body"/>
          </p:nvPr>
        </p:nvSpPr>
        <p:spPr>
          <a:xfrm>
            <a:off x="8013387" y="30690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22" name="Google Shape;2322;p204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Text and Image Above and Below">
  <p:cSld name="21_Text and Image Above and Below">
    <p:spTree>
      <p:nvGrpSpPr>
        <p:cNvPr id="2323" name="Shape 2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" name="Google Shape;2324;p205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5" name="Google Shape;2325;p205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6" name="Google Shape;2326;p205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27" name="Google Shape;2327;p205"/>
          <p:cNvSpPr/>
          <p:nvPr>
            <p:ph idx="2" type="pic"/>
          </p:nvPr>
        </p:nvSpPr>
        <p:spPr>
          <a:xfrm>
            <a:off x="694800" y="1627200"/>
            <a:ext cx="2566800" cy="3240087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328" name="Google Shape;2328;p205"/>
          <p:cNvSpPr/>
          <p:nvPr>
            <p:ph idx="3" type="pic"/>
          </p:nvPr>
        </p:nvSpPr>
        <p:spPr>
          <a:xfrm>
            <a:off x="8926512" y="1627200"/>
            <a:ext cx="2568287" cy="3240087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329" name="Google Shape;2329;p205"/>
          <p:cNvSpPr/>
          <p:nvPr>
            <p:ph idx="4" type="pic"/>
          </p:nvPr>
        </p:nvSpPr>
        <p:spPr>
          <a:xfrm>
            <a:off x="3438615" y="1627200"/>
            <a:ext cx="2567067" cy="3240087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330" name="Google Shape;2330;p205"/>
          <p:cNvSpPr/>
          <p:nvPr>
            <p:ph idx="5" type="pic"/>
          </p:nvPr>
        </p:nvSpPr>
        <p:spPr>
          <a:xfrm>
            <a:off x="6182697" y="1627200"/>
            <a:ext cx="2566800" cy="3240087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331" name="Google Shape;2331;p205"/>
          <p:cNvSpPr txBox="1"/>
          <p:nvPr>
            <p:ph idx="1" type="body"/>
          </p:nvPr>
        </p:nvSpPr>
        <p:spPr>
          <a:xfrm>
            <a:off x="695325" y="5603251"/>
            <a:ext cx="2566800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2" name="Google Shape;2332;p205"/>
          <p:cNvSpPr txBox="1"/>
          <p:nvPr>
            <p:ph idx="6" type="body"/>
          </p:nvPr>
        </p:nvSpPr>
        <p:spPr>
          <a:xfrm>
            <a:off x="695325" y="5056201"/>
            <a:ext cx="25668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3" name="Google Shape;2333;p205"/>
          <p:cNvSpPr txBox="1"/>
          <p:nvPr>
            <p:ph idx="7" type="body"/>
          </p:nvPr>
        </p:nvSpPr>
        <p:spPr>
          <a:xfrm>
            <a:off x="8929007" y="5604044"/>
            <a:ext cx="2566800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4" name="Google Shape;2334;p205"/>
          <p:cNvSpPr txBox="1"/>
          <p:nvPr>
            <p:ph idx="8" type="body"/>
          </p:nvPr>
        </p:nvSpPr>
        <p:spPr>
          <a:xfrm>
            <a:off x="8929007" y="5056994"/>
            <a:ext cx="25668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5" name="Google Shape;2335;p205"/>
          <p:cNvSpPr txBox="1"/>
          <p:nvPr>
            <p:ph idx="9" type="body"/>
          </p:nvPr>
        </p:nvSpPr>
        <p:spPr>
          <a:xfrm>
            <a:off x="3439886" y="5604044"/>
            <a:ext cx="2566800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6" name="Google Shape;2336;p205"/>
          <p:cNvSpPr txBox="1"/>
          <p:nvPr>
            <p:ph idx="13" type="body"/>
          </p:nvPr>
        </p:nvSpPr>
        <p:spPr>
          <a:xfrm>
            <a:off x="3439886" y="5056994"/>
            <a:ext cx="25668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7" name="Google Shape;2337;p205"/>
          <p:cNvSpPr txBox="1"/>
          <p:nvPr>
            <p:ph idx="14" type="body"/>
          </p:nvPr>
        </p:nvSpPr>
        <p:spPr>
          <a:xfrm>
            <a:off x="6184447" y="5604044"/>
            <a:ext cx="2566800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8" name="Google Shape;2338;p205"/>
          <p:cNvSpPr txBox="1"/>
          <p:nvPr>
            <p:ph idx="15" type="body"/>
          </p:nvPr>
        </p:nvSpPr>
        <p:spPr>
          <a:xfrm>
            <a:off x="6184447" y="5056994"/>
            <a:ext cx="25668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9" name="Google Shape;2339;p205"/>
          <p:cNvSpPr txBox="1"/>
          <p:nvPr>
            <p:ph idx="16" type="body"/>
          </p:nvPr>
        </p:nvSpPr>
        <p:spPr>
          <a:xfrm>
            <a:off x="694799" y="4147287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40" name="Google Shape;2340;p205"/>
          <p:cNvSpPr txBox="1"/>
          <p:nvPr>
            <p:ph idx="17" type="body"/>
          </p:nvPr>
        </p:nvSpPr>
        <p:spPr>
          <a:xfrm>
            <a:off x="3438615" y="414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41" name="Google Shape;2341;p205"/>
          <p:cNvSpPr txBox="1"/>
          <p:nvPr>
            <p:ph idx="18" type="body"/>
          </p:nvPr>
        </p:nvSpPr>
        <p:spPr>
          <a:xfrm>
            <a:off x="6182697" y="414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42" name="Google Shape;2342;p205"/>
          <p:cNvSpPr txBox="1"/>
          <p:nvPr>
            <p:ph idx="19" type="body"/>
          </p:nvPr>
        </p:nvSpPr>
        <p:spPr>
          <a:xfrm>
            <a:off x="8926512" y="41472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43" name="Google Shape;2343;p205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Text and Image Above and Below">
  <p:cSld name="22_Text and Image Above and Below">
    <p:spTree>
      <p:nvGrpSpPr>
        <p:cNvPr id="2344" name="Shape 2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" name="Google Shape;2345;p206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6" name="Google Shape;2346;p206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7" name="Google Shape;2347;p206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48" name="Google Shape;2348;p206"/>
          <p:cNvSpPr/>
          <p:nvPr>
            <p:ph idx="2" type="pic"/>
          </p:nvPr>
        </p:nvSpPr>
        <p:spPr>
          <a:xfrm>
            <a:off x="695324" y="1627200"/>
            <a:ext cx="2566800" cy="2162163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349" name="Google Shape;2349;p206"/>
          <p:cNvSpPr/>
          <p:nvPr>
            <p:ph idx="3" type="pic"/>
          </p:nvPr>
        </p:nvSpPr>
        <p:spPr>
          <a:xfrm>
            <a:off x="8926512" y="1627200"/>
            <a:ext cx="2568287" cy="2162163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350" name="Google Shape;2350;p206"/>
          <p:cNvSpPr/>
          <p:nvPr>
            <p:ph idx="4" type="pic"/>
          </p:nvPr>
        </p:nvSpPr>
        <p:spPr>
          <a:xfrm>
            <a:off x="3439139" y="1627200"/>
            <a:ext cx="2567067" cy="2162163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351" name="Google Shape;2351;p206"/>
          <p:cNvSpPr/>
          <p:nvPr>
            <p:ph idx="5" type="pic"/>
          </p:nvPr>
        </p:nvSpPr>
        <p:spPr>
          <a:xfrm>
            <a:off x="6183221" y="1627200"/>
            <a:ext cx="2566800" cy="2162163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352" name="Google Shape;2352;p206"/>
          <p:cNvSpPr txBox="1"/>
          <p:nvPr>
            <p:ph idx="1" type="body"/>
          </p:nvPr>
        </p:nvSpPr>
        <p:spPr>
          <a:xfrm>
            <a:off x="695849" y="4526926"/>
            <a:ext cx="2566800" cy="17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53" name="Google Shape;2353;p206"/>
          <p:cNvSpPr txBox="1"/>
          <p:nvPr>
            <p:ph idx="6" type="body"/>
          </p:nvPr>
        </p:nvSpPr>
        <p:spPr>
          <a:xfrm>
            <a:off x="695849" y="3979876"/>
            <a:ext cx="25668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54" name="Google Shape;2354;p206"/>
          <p:cNvSpPr txBox="1"/>
          <p:nvPr>
            <p:ph idx="7" type="body"/>
          </p:nvPr>
        </p:nvSpPr>
        <p:spPr>
          <a:xfrm>
            <a:off x="8929007" y="4527719"/>
            <a:ext cx="2566800" cy="17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55" name="Google Shape;2355;p206"/>
          <p:cNvSpPr txBox="1"/>
          <p:nvPr>
            <p:ph idx="8" type="body"/>
          </p:nvPr>
        </p:nvSpPr>
        <p:spPr>
          <a:xfrm>
            <a:off x="8929007" y="3980669"/>
            <a:ext cx="25668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56" name="Google Shape;2356;p206"/>
          <p:cNvSpPr txBox="1"/>
          <p:nvPr>
            <p:ph idx="9" type="body"/>
          </p:nvPr>
        </p:nvSpPr>
        <p:spPr>
          <a:xfrm>
            <a:off x="3440410" y="4527719"/>
            <a:ext cx="2566800" cy="17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57" name="Google Shape;2357;p206"/>
          <p:cNvSpPr txBox="1"/>
          <p:nvPr>
            <p:ph idx="13" type="body"/>
          </p:nvPr>
        </p:nvSpPr>
        <p:spPr>
          <a:xfrm>
            <a:off x="3440410" y="3980669"/>
            <a:ext cx="25668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58" name="Google Shape;2358;p206"/>
          <p:cNvSpPr txBox="1"/>
          <p:nvPr>
            <p:ph idx="14" type="body"/>
          </p:nvPr>
        </p:nvSpPr>
        <p:spPr>
          <a:xfrm>
            <a:off x="6184971" y="4527719"/>
            <a:ext cx="2566800" cy="17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59" name="Google Shape;2359;p206"/>
          <p:cNvSpPr txBox="1"/>
          <p:nvPr>
            <p:ph idx="15" type="body"/>
          </p:nvPr>
        </p:nvSpPr>
        <p:spPr>
          <a:xfrm>
            <a:off x="6184971" y="3980669"/>
            <a:ext cx="25668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60" name="Google Shape;2360;p206"/>
          <p:cNvSpPr txBox="1"/>
          <p:nvPr>
            <p:ph idx="16" type="body"/>
          </p:nvPr>
        </p:nvSpPr>
        <p:spPr>
          <a:xfrm>
            <a:off x="694799" y="3078144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61" name="Google Shape;2361;p206"/>
          <p:cNvSpPr txBox="1"/>
          <p:nvPr>
            <p:ph idx="17" type="body"/>
          </p:nvPr>
        </p:nvSpPr>
        <p:spPr>
          <a:xfrm>
            <a:off x="3438615" y="30780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62" name="Google Shape;2362;p206"/>
          <p:cNvSpPr txBox="1"/>
          <p:nvPr>
            <p:ph idx="18" type="body"/>
          </p:nvPr>
        </p:nvSpPr>
        <p:spPr>
          <a:xfrm>
            <a:off x="6182697" y="30780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63" name="Google Shape;2363;p206"/>
          <p:cNvSpPr txBox="1"/>
          <p:nvPr>
            <p:ph idx="19" type="body"/>
          </p:nvPr>
        </p:nvSpPr>
        <p:spPr>
          <a:xfrm>
            <a:off x="8926512" y="3078000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64" name="Google Shape;2364;p206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Text and Image Above and Below">
  <p:cSld name="23_Text and Image Above and Below">
    <p:spTree>
      <p:nvGrpSpPr>
        <p:cNvPr id="2365" name="Shape 2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6" name="Google Shape;2366;p207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7" name="Google Shape;2367;p207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8" name="Google Shape;2368;p207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69" name="Google Shape;2369;p207"/>
          <p:cNvSpPr/>
          <p:nvPr>
            <p:ph idx="2" type="pic"/>
          </p:nvPr>
        </p:nvSpPr>
        <p:spPr>
          <a:xfrm>
            <a:off x="694800" y="1627200"/>
            <a:ext cx="2016000" cy="3240087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370" name="Google Shape;2370;p207"/>
          <p:cNvSpPr/>
          <p:nvPr>
            <p:ph idx="3" type="pic"/>
          </p:nvPr>
        </p:nvSpPr>
        <p:spPr>
          <a:xfrm>
            <a:off x="9478800" y="1627200"/>
            <a:ext cx="2016000" cy="3240087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371" name="Google Shape;2371;p207"/>
          <p:cNvSpPr/>
          <p:nvPr>
            <p:ph idx="4" type="pic"/>
          </p:nvPr>
        </p:nvSpPr>
        <p:spPr>
          <a:xfrm>
            <a:off x="2890800" y="1627200"/>
            <a:ext cx="2016001" cy="3240087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372" name="Google Shape;2372;p207"/>
          <p:cNvSpPr/>
          <p:nvPr>
            <p:ph idx="5" type="pic"/>
          </p:nvPr>
        </p:nvSpPr>
        <p:spPr>
          <a:xfrm>
            <a:off x="5086801" y="1627200"/>
            <a:ext cx="2016000" cy="3240087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373" name="Google Shape;2373;p207"/>
          <p:cNvSpPr/>
          <p:nvPr>
            <p:ph idx="6" type="pic"/>
          </p:nvPr>
        </p:nvSpPr>
        <p:spPr>
          <a:xfrm>
            <a:off x="7282801" y="1627200"/>
            <a:ext cx="2015999" cy="3240087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374" name="Google Shape;2374;p207"/>
          <p:cNvSpPr txBox="1"/>
          <p:nvPr>
            <p:ph idx="1" type="body"/>
          </p:nvPr>
        </p:nvSpPr>
        <p:spPr>
          <a:xfrm>
            <a:off x="694800" y="5605200"/>
            <a:ext cx="2016000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75" name="Google Shape;2375;p207"/>
          <p:cNvSpPr txBox="1"/>
          <p:nvPr>
            <p:ph idx="7" type="body"/>
          </p:nvPr>
        </p:nvSpPr>
        <p:spPr>
          <a:xfrm>
            <a:off x="695325" y="5056201"/>
            <a:ext cx="20160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76" name="Google Shape;2376;p207"/>
          <p:cNvSpPr txBox="1"/>
          <p:nvPr>
            <p:ph idx="8" type="body"/>
          </p:nvPr>
        </p:nvSpPr>
        <p:spPr>
          <a:xfrm>
            <a:off x="9479807" y="5605200"/>
            <a:ext cx="2016000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77" name="Google Shape;2377;p207"/>
          <p:cNvSpPr txBox="1"/>
          <p:nvPr>
            <p:ph idx="9" type="body"/>
          </p:nvPr>
        </p:nvSpPr>
        <p:spPr>
          <a:xfrm>
            <a:off x="9479807" y="5058000"/>
            <a:ext cx="20160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78" name="Google Shape;2378;p207"/>
          <p:cNvSpPr txBox="1"/>
          <p:nvPr>
            <p:ph idx="13" type="body"/>
          </p:nvPr>
        </p:nvSpPr>
        <p:spPr>
          <a:xfrm>
            <a:off x="2891052" y="5605199"/>
            <a:ext cx="2016000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79" name="Google Shape;2379;p207"/>
          <p:cNvSpPr txBox="1"/>
          <p:nvPr>
            <p:ph idx="14" type="body"/>
          </p:nvPr>
        </p:nvSpPr>
        <p:spPr>
          <a:xfrm>
            <a:off x="2891445" y="5056200"/>
            <a:ext cx="20160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80" name="Google Shape;2380;p207"/>
          <p:cNvSpPr txBox="1"/>
          <p:nvPr>
            <p:ph idx="15" type="body"/>
          </p:nvPr>
        </p:nvSpPr>
        <p:spPr>
          <a:xfrm>
            <a:off x="5087304" y="5605993"/>
            <a:ext cx="2016000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81" name="Google Shape;2381;p207"/>
          <p:cNvSpPr txBox="1"/>
          <p:nvPr>
            <p:ph idx="16" type="body"/>
          </p:nvPr>
        </p:nvSpPr>
        <p:spPr>
          <a:xfrm>
            <a:off x="5087565" y="5056994"/>
            <a:ext cx="20160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82" name="Google Shape;2382;p207"/>
          <p:cNvSpPr txBox="1"/>
          <p:nvPr>
            <p:ph idx="17" type="body"/>
          </p:nvPr>
        </p:nvSpPr>
        <p:spPr>
          <a:xfrm>
            <a:off x="7283556" y="5605993"/>
            <a:ext cx="2016000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83" name="Google Shape;2383;p207"/>
          <p:cNvSpPr txBox="1"/>
          <p:nvPr>
            <p:ph idx="18" type="body"/>
          </p:nvPr>
        </p:nvSpPr>
        <p:spPr>
          <a:xfrm>
            <a:off x="7283685" y="5056994"/>
            <a:ext cx="20160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84" name="Google Shape;2384;p207"/>
          <p:cNvSpPr txBox="1"/>
          <p:nvPr>
            <p:ph idx="19" type="body"/>
          </p:nvPr>
        </p:nvSpPr>
        <p:spPr>
          <a:xfrm>
            <a:off x="694799" y="4147287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85" name="Google Shape;2385;p207"/>
          <p:cNvSpPr txBox="1"/>
          <p:nvPr>
            <p:ph idx="20" type="body"/>
          </p:nvPr>
        </p:nvSpPr>
        <p:spPr>
          <a:xfrm>
            <a:off x="2890800" y="4147287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86" name="Google Shape;2386;p207"/>
          <p:cNvSpPr txBox="1"/>
          <p:nvPr>
            <p:ph idx="21" type="body"/>
          </p:nvPr>
        </p:nvSpPr>
        <p:spPr>
          <a:xfrm>
            <a:off x="5086801" y="4147200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87" name="Google Shape;2387;p207"/>
          <p:cNvSpPr txBox="1"/>
          <p:nvPr>
            <p:ph idx="22" type="body"/>
          </p:nvPr>
        </p:nvSpPr>
        <p:spPr>
          <a:xfrm>
            <a:off x="7282801" y="4147200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88" name="Google Shape;2388;p207"/>
          <p:cNvSpPr txBox="1"/>
          <p:nvPr>
            <p:ph idx="23" type="body"/>
          </p:nvPr>
        </p:nvSpPr>
        <p:spPr>
          <a:xfrm>
            <a:off x="9478800" y="4147200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89" name="Google Shape;2389;p207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Text and Image Above and Below">
  <p:cSld name="24_Text and Image Above and Below">
    <p:spTree>
      <p:nvGrpSpPr>
        <p:cNvPr id="2390" name="Shape 2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1" name="Google Shape;2391;p208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2" name="Google Shape;2392;p208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3" name="Google Shape;2393;p208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94" name="Google Shape;2394;p208"/>
          <p:cNvSpPr/>
          <p:nvPr>
            <p:ph idx="2" type="pic"/>
          </p:nvPr>
        </p:nvSpPr>
        <p:spPr>
          <a:xfrm>
            <a:off x="694800" y="1627200"/>
            <a:ext cx="2016000" cy="2162163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395" name="Google Shape;2395;p208"/>
          <p:cNvSpPr/>
          <p:nvPr>
            <p:ph idx="3" type="pic"/>
          </p:nvPr>
        </p:nvSpPr>
        <p:spPr>
          <a:xfrm>
            <a:off x="9478800" y="1627200"/>
            <a:ext cx="2016000" cy="2162163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396" name="Google Shape;2396;p208"/>
          <p:cNvSpPr/>
          <p:nvPr>
            <p:ph idx="4" type="pic"/>
          </p:nvPr>
        </p:nvSpPr>
        <p:spPr>
          <a:xfrm>
            <a:off x="2890800" y="1627200"/>
            <a:ext cx="2016001" cy="2162163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397" name="Google Shape;2397;p208"/>
          <p:cNvSpPr/>
          <p:nvPr>
            <p:ph idx="5" type="pic"/>
          </p:nvPr>
        </p:nvSpPr>
        <p:spPr>
          <a:xfrm>
            <a:off x="5086801" y="1627200"/>
            <a:ext cx="2016000" cy="2162163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398" name="Google Shape;2398;p208"/>
          <p:cNvSpPr/>
          <p:nvPr>
            <p:ph idx="6" type="pic"/>
          </p:nvPr>
        </p:nvSpPr>
        <p:spPr>
          <a:xfrm>
            <a:off x="7282801" y="1627200"/>
            <a:ext cx="2015999" cy="2162163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399" name="Google Shape;2399;p208"/>
          <p:cNvSpPr txBox="1"/>
          <p:nvPr>
            <p:ph idx="1" type="body"/>
          </p:nvPr>
        </p:nvSpPr>
        <p:spPr>
          <a:xfrm>
            <a:off x="694800" y="4528800"/>
            <a:ext cx="2016000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00" name="Google Shape;2400;p208"/>
          <p:cNvSpPr txBox="1"/>
          <p:nvPr>
            <p:ph idx="7" type="body"/>
          </p:nvPr>
        </p:nvSpPr>
        <p:spPr>
          <a:xfrm>
            <a:off x="695325" y="3981600"/>
            <a:ext cx="20160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01" name="Google Shape;2401;p208"/>
          <p:cNvSpPr txBox="1"/>
          <p:nvPr>
            <p:ph idx="8" type="body"/>
          </p:nvPr>
        </p:nvSpPr>
        <p:spPr>
          <a:xfrm>
            <a:off x="9479807" y="4528800"/>
            <a:ext cx="2016000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02" name="Google Shape;2402;p208"/>
          <p:cNvSpPr txBox="1"/>
          <p:nvPr>
            <p:ph idx="9" type="body"/>
          </p:nvPr>
        </p:nvSpPr>
        <p:spPr>
          <a:xfrm>
            <a:off x="9479807" y="3981600"/>
            <a:ext cx="20160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03" name="Google Shape;2403;p208"/>
          <p:cNvSpPr txBox="1"/>
          <p:nvPr>
            <p:ph idx="13" type="body"/>
          </p:nvPr>
        </p:nvSpPr>
        <p:spPr>
          <a:xfrm>
            <a:off x="2891052" y="4528800"/>
            <a:ext cx="2016000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04" name="Google Shape;2404;p208"/>
          <p:cNvSpPr txBox="1"/>
          <p:nvPr>
            <p:ph idx="14" type="body"/>
          </p:nvPr>
        </p:nvSpPr>
        <p:spPr>
          <a:xfrm>
            <a:off x="2891445" y="3981600"/>
            <a:ext cx="20160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05" name="Google Shape;2405;p208"/>
          <p:cNvSpPr txBox="1"/>
          <p:nvPr>
            <p:ph idx="15" type="body"/>
          </p:nvPr>
        </p:nvSpPr>
        <p:spPr>
          <a:xfrm>
            <a:off x="5087304" y="4528800"/>
            <a:ext cx="2016000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06" name="Google Shape;2406;p208"/>
          <p:cNvSpPr txBox="1"/>
          <p:nvPr>
            <p:ph idx="16" type="body"/>
          </p:nvPr>
        </p:nvSpPr>
        <p:spPr>
          <a:xfrm>
            <a:off x="5087565" y="3981600"/>
            <a:ext cx="20160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07" name="Google Shape;2407;p208"/>
          <p:cNvSpPr txBox="1"/>
          <p:nvPr>
            <p:ph idx="17" type="body"/>
          </p:nvPr>
        </p:nvSpPr>
        <p:spPr>
          <a:xfrm>
            <a:off x="7283556" y="4528800"/>
            <a:ext cx="2016000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08" name="Google Shape;2408;p208"/>
          <p:cNvSpPr txBox="1"/>
          <p:nvPr>
            <p:ph idx="18" type="body"/>
          </p:nvPr>
        </p:nvSpPr>
        <p:spPr>
          <a:xfrm>
            <a:off x="7283685" y="3981600"/>
            <a:ext cx="20160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09" name="Google Shape;2409;p208"/>
          <p:cNvSpPr txBox="1"/>
          <p:nvPr>
            <p:ph idx="19" type="body"/>
          </p:nvPr>
        </p:nvSpPr>
        <p:spPr>
          <a:xfrm>
            <a:off x="694799" y="3069444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10" name="Google Shape;2410;p208"/>
          <p:cNvSpPr txBox="1"/>
          <p:nvPr>
            <p:ph idx="20" type="body"/>
          </p:nvPr>
        </p:nvSpPr>
        <p:spPr>
          <a:xfrm>
            <a:off x="2890800" y="3069444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11" name="Google Shape;2411;p208"/>
          <p:cNvSpPr txBox="1"/>
          <p:nvPr>
            <p:ph idx="21" type="body"/>
          </p:nvPr>
        </p:nvSpPr>
        <p:spPr>
          <a:xfrm>
            <a:off x="5086801" y="3069357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12" name="Google Shape;2412;p208"/>
          <p:cNvSpPr txBox="1"/>
          <p:nvPr>
            <p:ph idx="22" type="body"/>
          </p:nvPr>
        </p:nvSpPr>
        <p:spPr>
          <a:xfrm>
            <a:off x="7282801" y="3069357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13" name="Google Shape;2413;p208"/>
          <p:cNvSpPr txBox="1"/>
          <p:nvPr>
            <p:ph idx="23" type="body"/>
          </p:nvPr>
        </p:nvSpPr>
        <p:spPr>
          <a:xfrm>
            <a:off x="9478800" y="3069357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14" name="Google Shape;2414;p208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Text and Image Above and Below">
  <p:cSld name="25_Text and Image Above and Below">
    <p:spTree>
      <p:nvGrpSpPr>
        <p:cNvPr id="2415" name="Shape 2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" name="Google Shape;2416;p209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7" name="Google Shape;2417;p209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8" name="Google Shape;2418;p209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19" name="Google Shape;2419;p209"/>
          <p:cNvSpPr/>
          <p:nvPr>
            <p:ph idx="2" type="pic"/>
          </p:nvPr>
        </p:nvSpPr>
        <p:spPr>
          <a:xfrm>
            <a:off x="694800" y="1627200"/>
            <a:ext cx="1648800" cy="2162163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420" name="Google Shape;2420;p209"/>
          <p:cNvSpPr/>
          <p:nvPr>
            <p:ph idx="3" type="pic"/>
          </p:nvPr>
        </p:nvSpPr>
        <p:spPr>
          <a:xfrm>
            <a:off x="9846000" y="1627200"/>
            <a:ext cx="1648800" cy="2162163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421" name="Google Shape;2421;p209"/>
          <p:cNvSpPr/>
          <p:nvPr>
            <p:ph idx="4" type="pic"/>
          </p:nvPr>
        </p:nvSpPr>
        <p:spPr>
          <a:xfrm>
            <a:off x="2525040" y="1627200"/>
            <a:ext cx="1648800" cy="2162163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422" name="Google Shape;2422;p209"/>
          <p:cNvSpPr/>
          <p:nvPr>
            <p:ph idx="5" type="pic"/>
          </p:nvPr>
        </p:nvSpPr>
        <p:spPr>
          <a:xfrm>
            <a:off x="4355280" y="1627200"/>
            <a:ext cx="1648800" cy="2162163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423" name="Google Shape;2423;p209"/>
          <p:cNvSpPr/>
          <p:nvPr>
            <p:ph idx="6" type="pic"/>
          </p:nvPr>
        </p:nvSpPr>
        <p:spPr>
          <a:xfrm>
            <a:off x="6185520" y="1627200"/>
            <a:ext cx="1648800" cy="2162163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424" name="Google Shape;2424;p209"/>
          <p:cNvSpPr/>
          <p:nvPr>
            <p:ph idx="7" type="pic"/>
          </p:nvPr>
        </p:nvSpPr>
        <p:spPr>
          <a:xfrm>
            <a:off x="8015760" y="1627200"/>
            <a:ext cx="1648800" cy="2162163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425" name="Google Shape;2425;p209"/>
          <p:cNvSpPr txBox="1"/>
          <p:nvPr>
            <p:ph idx="1" type="body"/>
          </p:nvPr>
        </p:nvSpPr>
        <p:spPr>
          <a:xfrm>
            <a:off x="694800" y="4528800"/>
            <a:ext cx="1648800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26" name="Google Shape;2426;p209"/>
          <p:cNvSpPr txBox="1"/>
          <p:nvPr>
            <p:ph idx="8" type="body"/>
          </p:nvPr>
        </p:nvSpPr>
        <p:spPr>
          <a:xfrm>
            <a:off x="695325" y="3981600"/>
            <a:ext cx="16488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27" name="Google Shape;2427;p209"/>
          <p:cNvSpPr txBox="1"/>
          <p:nvPr>
            <p:ph idx="9" type="body"/>
          </p:nvPr>
        </p:nvSpPr>
        <p:spPr>
          <a:xfrm>
            <a:off x="9845999" y="4528800"/>
            <a:ext cx="1649807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28" name="Google Shape;2428;p209"/>
          <p:cNvSpPr txBox="1"/>
          <p:nvPr>
            <p:ph idx="13" type="body"/>
          </p:nvPr>
        </p:nvSpPr>
        <p:spPr>
          <a:xfrm>
            <a:off x="9845999" y="3981600"/>
            <a:ext cx="1649807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29" name="Google Shape;2429;p209"/>
          <p:cNvSpPr txBox="1"/>
          <p:nvPr>
            <p:ph idx="14" type="body"/>
          </p:nvPr>
        </p:nvSpPr>
        <p:spPr>
          <a:xfrm>
            <a:off x="2525040" y="4525326"/>
            <a:ext cx="1648800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30" name="Google Shape;2430;p209"/>
          <p:cNvSpPr txBox="1"/>
          <p:nvPr>
            <p:ph idx="15" type="body"/>
          </p:nvPr>
        </p:nvSpPr>
        <p:spPr>
          <a:xfrm>
            <a:off x="2525460" y="3978126"/>
            <a:ext cx="16488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31" name="Google Shape;2431;p209"/>
          <p:cNvSpPr txBox="1"/>
          <p:nvPr>
            <p:ph idx="16" type="body"/>
          </p:nvPr>
        </p:nvSpPr>
        <p:spPr>
          <a:xfrm>
            <a:off x="4355280" y="4525326"/>
            <a:ext cx="1648800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32" name="Google Shape;2432;p209"/>
          <p:cNvSpPr txBox="1"/>
          <p:nvPr>
            <p:ph idx="17" type="body"/>
          </p:nvPr>
        </p:nvSpPr>
        <p:spPr>
          <a:xfrm>
            <a:off x="4355595" y="3978126"/>
            <a:ext cx="16488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33" name="Google Shape;2433;p209"/>
          <p:cNvSpPr txBox="1"/>
          <p:nvPr>
            <p:ph idx="18" type="body"/>
          </p:nvPr>
        </p:nvSpPr>
        <p:spPr>
          <a:xfrm>
            <a:off x="6185520" y="4525326"/>
            <a:ext cx="1648800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34" name="Google Shape;2434;p209"/>
          <p:cNvSpPr txBox="1"/>
          <p:nvPr>
            <p:ph idx="19" type="body"/>
          </p:nvPr>
        </p:nvSpPr>
        <p:spPr>
          <a:xfrm>
            <a:off x="6185730" y="3978126"/>
            <a:ext cx="16488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35" name="Google Shape;2435;p209"/>
          <p:cNvSpPr txBox="1"/>
          <p:nvPr>
            <p:ph idx="20" type="body"/>
          </p:nvPr>
        </p:nvSpPr>
        <p:spPr>
          <a:xfrm>
            <a:off x="8015760" y="4559168"/>
            <a:ext cx="1648800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36" name="Google Shape;2436;p209"/>
          <p:cNvSpPr txBox="1"/>
          <p:nvPr>
            <p:ph idx="21" type="body"/>
          </p:nvPr>
        </p:nvSpPr>
        <p:spPr>
          <a:xfrm>
            <a:off x="8015865" y="4011968"/>
            <a:ext cx="16488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37" name="Google Shape;2437;p209"/>
          <p:cNvSpPr txBox="1"/>
          <p:nvPr>
            <p:ph idx="22" type="body"/>
          </p:nvPr>
        </p:nvSpPr>
        <p:spPr>
          <a:xfrm>
            <a:off x="694800" y="3069444"/>
            <a:ext cx="150669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38" name="Google Shape;2438;p209"/>
          <p:cNvSpPr txBox="1"/>
          <p:nvPr>
            <p:ph idx="23" type="body"/>
          </p:nvPr>
        </p:nvSpPr>
        <p:spPr>
          <a:xfrm>
            <a:off x="2525040" y="3070800"/>
            <a:ext cx="150669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39" name="Google Shape;2439;p209"/>
          <p:cNvSpPr txBox="1"/>
          <p:nvPr>
            <p:ph idx="24" type="body"/>
          </p:nvPr>
        </p:nvSpPr>
        <p:spPr>
          <a:xfrm>
            <a:off x="4355280" y="3070800"/>
            <a:ext cx="150669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40" name="Google Shape;2440;p209"/>
          <p:cNvSpPr txBox="1"/>
          <p:nvPr>
            <p:ph idx="25" type="body"/>
          </p:nvPr>
        </p:nvSpPr>
        <p:spPr>
          <a:xfrm>
            <a:off x="6185520" y="3070800"/>
            <a:ext cx="150669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41" name="Google Shape;2441;p209"/>
          <p:cNvSpPr txBox="1"/>
          <p:nvPr>
            <p:ph idx="26" type="body"/>
          </p:nvPr>
        </p:nvSpPr>
        <p:spPr>
          <a:xfrm>
            <a:off x="8015760" y="3070800"/>
            <a:ext cx="150669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42" name="Google Shape;2442;p209"/>
          <p:cNvSpPr txBox="1"/>
          <p:nvPr>
            <p:ph idx="27" type="body"/>
          </p:nvPr>
        </p:nvSpPr>
        <p:spPr>
          <a:xfrm>
            <a:off x="9846000" y="3070800"/>
            <a:ext cx="150669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43" name="Google Shape;2443;p209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Text and Image Above and Below">
  <p:cSld name="26_Text and Image Above and Below">
    <p:spTree>
      <p:nvGrpSpPr>
        <p:cNvPr id="2444" name="Shape 2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5" name="Google Shape;2445;p210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6" name="Google Shape;2446;p210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7" name="Google Shape;2447;p210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48" name="Google Shape;2448;p210"/>
          <p:cNvSpPr/>
          <p:nvPr>
            <p:ph idx="2" type="pic"/>
          </p:nvPr>
        </p:nvSpPr>
        <p:spPr>
          <a:xfrm>
            <a:off x="694800" y="3339613"/>
            <a:ext cx="3481200" cy="1527673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449" name="Google Shape;2449;p210"/>
          <p:cNvSpPr/>
          <p:nvPr>
            <p:ph idx="3" type="pic"/>
          </p:nvPr>
        </p:nvSpPr>
        <p:spPr>
          <a:xfrm>
            <a:off x="8013387" y="3339613"/>
            <a:ext cx="3481413" cy="1527673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450" name="Google Shape;2450;p210"/>
          <p:cNvSpPr/>
          <p:nvPr>
            <p:ph idx="4" type="pic"/>
          </p:nvPr>
        </p:nvSpPr>
        <p:spPr>
          <a:xfrm>
            <a:off x="4354221" y="3339613"/>
            <a:ext cx="3480946" cy="1527673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451" name="Google Shape;2451;p210"/>
          <p:cNvSpPr txBox="1"/>
          <p:nvPr>
            <p:ph idx="1" type="body"/>
          </p:nvPr>
        </p:nvSpPr>
        <p:spPr>
          <a:xfrm>
            <a:off x="695325" y="5603251"/>
            <a:ext cx="3481200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52" name="Google Shape;2452;p210"/>
          <p:cNvSpPr txBox="1"/>
          <p:nvPr>
            <p:ph idx="5" type="body"/>
          </p:nvPr>
        </p:nvSpPr>
        <p:spPr>
          <a:xfrm>
            <a:off x="4355400" y="5603251"/>
            <a:ext cx="3481200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53" name="Google Shape;2453;p210"/>
          <p:cNvSpPr txBox="1"/>
          <p:nvPr>
            <p:ph idx="6" type="body"/>
          </p:nvPr>
        </p:nvSpPr>
        <p:spPr>
          <a:xfrm>
            <a:off x="8015475" y="5603251"/>
            <a:ext cx="3481200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54" name="Google Shape;2454;p210"/>
          <p:cNvSpPr txBox="1"/>
          <p:nvPr>
            <p:ph idx="7" type="body"/>
          </p:nvPr>
        </p:nvSpPr>
        <p:spPr>
          <a:xfrm>
            <a:off x="695325" y="5056201"/>
            <a:ext cx="34812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55" name="Google Shape;2455;p210"/>
          <p:cNvSpPr txBox="1"/>
          <p:nvPr>
            <p:ph idx="8" type="body"/>
          </p:nvPr>
        </p:nvSpPr>
        <p:spPr>
          <a:xfrm>
            <a:off x="4355400" y="5056201"/>
            <a:ext cx="34812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56" name="Google Shape;2456;p210"/>
          <p:cNvSpPr txBox="1"/>
          <p:nvPr>
            <p:ph idx="9" type="body"/>
          </p:nvPr>
        </p:nvSpPr>
        <p:spPr>
          <a:xfrm>
            <a:off x="8015475" y="5056201"/>
            <a:ext cx="34812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57" name="Google Shape;2457;p210"/>
          <p:cNvSpPr txBox="1"/>
          <p:nvPr>
            <p:ph idx="13" type="body"/>
          </p:nvPr>
        </p:nvSpPr>
        <p:spPr>
          <a:xfrm>
            <a:off x="694799" y="4147287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58" name="Google Shape;2458;p210"/>
          <p:cNvSpPr txBox="1"/>
          <p:nvPr>
            <p:ph idx="14" type="body"/>
          </p:nvPr>
        </p:nvSpPr>
        <p:spPr>
          <a:xfrm>
            <a:off x="4354220" y="4147287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59" name="Google Shape;2459;p210"/>
          <p:cNvSpPr txBox="1"/>
          <p:nvPr>
            <p:ph idx="15" type="body"/>
          </p:nvPr>
        </p:nvSpPr>
        <p:spPr>
          <a:xfrm>
            <a:off x="8013387" y="4147287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60" name="Google Shape;2460;p210"/>
          <p:cNvSpPr/>
          <p:nvPr>
            <p:ph idx="16" type="pic"/>
          </p:nvPr>
        </p:nvSpPr>
        <p:spPr>
          <a:xfrm>
            <a:off x="694800" y="1627201"/>
            <a:ext cx="3481200" cy="1532411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461" name="Google Shape;2461;p210"/>
          <p:cNvSpPr/>
          <p:nvPr>
            <p:ph idx="17" type="pic"/>
          </p:nvPr>
        </p:nvSpPr>
        <p:spPr>
          <a:xfrm>
            <a:off x="8013387" y="1627201"/>
            <a:ext cx="3481413" cy="1532411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462" name="Google Shape;2462;p210"/>
          <p:cNvSpPr/>
          <p:nvPr>
            <p:ph idx="18" type="pic"/>
          </p:nvPr>
        </p:nvSpPr>
        <p:spPr>
          <a:xfrm>
            <a:off x="4354221" y="1627201"/>
            <a:ext cx="3480946" cy="1532411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463" name="Google Shape;2463;p210"/>
          <p:cNvSpPr txBox="1"/>
          <p:nvPr>
            <p:ph idx="19" type="body"/>
          </p:nvPr>
        </p:nvSpPr>
        <p:spPr>
          <a:xfrm>
            <a:off x="695325" y="2439612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64" name="Google Shape;2464;p210"/>
          <p:cNvSpPr txBox="1"/>
          <p:nvPr>
            <p:ph idx="20" type="body"/>
          </p:nvPr>
        </p:nvSpPr>
        <p:spPr>
          <a:xfrm>
            <a:off x="4354746" y="2439612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65" name="Google Shape;2465;p210"/>
          <p:cNvSpPr txBox="1"/>
          <p:nvPr>
            <p:ph idx="21" type="body"/>
          </p:nvPr>
        </p:nvSpPr>
        <p:spPr>
          <a:xfrm>
            <a:off x="8013913" y="2439612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66" name="Google Shape;2466;p210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Title and Content">
  <p:cSld name="16_Title and Content">
    <p:spTree>
      <p:nvGrpSpPr>
        <p:cNvPr id="2467" name="Shape 2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8" name="Google Shape;2468;p211"/>
          <p:cNvSpPr/>
          <p:nvPr>
            <p:ph idx="2" type="pic"/>
          </p:nvPr>
        </p:nvSpPr>
        <p:spPr>
          <a:xfrm>
            <a:off x="7896225" y="0"/>
            <a:ext cx="4295775" cy="6857999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469" name="Google Shape;2469;p211"/>
          <p:cNvSpPr txBox="1"/>
          <p:nvPr>
            <p:ph type="title"/>
          </p:nvPr>
        </p:nvSpPr>
        <p:spPr>
          <a:xfrm>
            <a:off x="694799" y="673200"/>
            <a:ext cx="6480701" cy="4308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0" name="Google Shape;2470;p211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1" name="Google Shape;2471;p211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72" name="Google Shape;2472;p211"/>
          <p:cNvSpPr txBox="1"/>
          <p:nvPr>
            <p:ph idx="1" type="body"/>
          </p:nvPr>
        </p:nvSpPr>
        <p:spPr>
          <a:xfrm>
            <a:off x="7896225" y="6138000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7_Title and Content">
  <p:cSld name="117_Title and Content">
    <p:bg>
      <p:bgPr>
        <a:solidFill>
          <a:schemeClr val="accent2"/>
        </a:solidFill>
      </p:bgPr>
    </p:bg>
    <p:spTree>
      <p:nvGrpSpPr>
        <p:cNvPr id="2473" name="Shape 2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4" name="Google Shape;2474;p212"/>
          <p:cNvSpPr/>
          <p:nvPr>
            <p:ph idx="2" type="pic"/>
          </p:nvPr>
        </p:nvSpPr>
        <p:spPr>
          <a:xfrm>
            <a:off x="5016500" y="0"/>
            <a:ext cx="7175500" cy="6858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475" name="Google Shape;2475;p212"/>
          <p:cNvSpPr txBox="1"/>
          <p:nvPr>
            <p:ph type="title"/>
          </p:nvPr>
        </p:nvSpPr>
        <p:spPr>
          <a:xfrm>
            <a:off x="694800" y="673200"/>
            <a:ext cx="3961338" cy="5208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6" name="Google Shape;2476;p212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7" name="Google Shape;2477;p212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78" name="Google Shape;2478;p212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rgbClr val="169B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Description automatically generated" id="2479" name="Google Shape;2479;p2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0" name="Google Shape;2480;p212"/>
          <p:cNvSpPr txBox="1"/>
          <p:nvPr>
            <p:ph idx="1" type="body"/>
          </p:nvPr>
        </p:nvSpPr>
        <p:spPr>
          <a:xfrm>
            <a:off x="5016500" y="6138000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8_Title and Content">
  <p:cSld name="118_Title and Content">
    <p:bg>
      <p:bgPr>
        <a:solidFill>
          <a:schemeClr val="dk2"/>
        </a:solidFill>
      </p:bgPr>
    </p:bg>
    <p:spTree>
      <p:nvGrpSpPr>
        <p:cNvPr id="2481" name="Shape 2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2" name="Google Shape;2482;p213"/>
          <p:cNvSpPr/>
          <p:nvPr>
            <p:ph idx="2" type="pic"/>
          </p:nvPr>
        </p:nvSpPr>
        <p:spPr>
          <a:xfrm>
            <a:off x="4295775" y="0"/>
            <a:ext cx="7896225" cy="6857999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483" name="Google Shape;2483;p213"/>
          <p:cNvSpPr txBox="1"/>
          <p:nvPr>
            <p:ph type="title"/>
          </p:nvPr>
        </p:nvSpPr>
        <p:spPr>
          <a:xfrm>
            <a:off x="694799" y="673200"/>
            <a:ext cx="3061225" cy="5567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4" name="Google Shape;2484;p213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5" name="Google Shape;2485;p213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86" name="Google Shape;2486;p213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Description automatically generated" id="2487" name="Google Shape;2487;p2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8" name="Google Shape;2488;p213"/>
          <p:cNvSpPr txBox="1"/>
          <p:nvPr>
            <p:ph idx="1" type="body"/>
          </p:nvPr>
        </p:nvSpPr>
        <p:spPr>
          <a:xfrm>
            <a:off x="4295249" y="6138000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9_Title and Content">
  <p:cSld name="119_Title and Content">
    <p:bg>
      <p:bgPr>
        <a:solidFill>
          <a:schemeClr val="accent2"/>
        </a:solidFill>
      </p:bgPr>
    </p:bg>
    <p:spTree>
      <p:nvGrpSpPr>
        <p:cNvPr id="2489" name="Shape 2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0" name="Google Shape;2490;p214"/>
          <p:cNvSpPr/>
          <p:nvPr>
            <p:ph idx="2" type="pic"/>
          </p:nvPr>
        </p:nvSpPr>
        <p:spPr>
          <a:xfrm>
            <a:off x="5016500" y="0"/>
            <a:ext cx="7175500" cy="6857999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491" name="Google Shape;2491;p214"/>
          <p:cNvSpPr txBox="1"/>
          <p:nvPr>
            <p:ph type="title"/>
          </p:nvPr>
        </p:nvSpPr>
        <p:spPr>
          <a:xfrm>
            <a:off x="694800" y="673200"/>
            <a:ext cx="3780363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2" name="Google Shape;2492;p214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3" name="Google Shape;2493;p214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94" name="Google Shape;2494;p214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rgbClr val="169B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Description automatically generated" id="2495" name="Google Shape;2495;p2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6" name="Google Shape;2496;p214"/>
          <p:cNvSpPr txBox="1"/>
          <p:nvPr>
            <p:ph idx="1" type="body"/>
          </p:nvPr>
        </p:nvSpPr>
        <p:spPr>
          <a:xfrm>
            <a:off x="5015711" y="6138000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4_Title and Content">
  <p:cSld name="154_Title and Content">
    <p:bg>
      <p:bgPr>
        <a:solidFill>
          <a:schemeClr val="accent3"/>
        </a:solidFill>
      </p:bgPr>
    </p:bg>
    <p:spTree>
      <p:nvGrpSpPr>
        <p:cNvPr id="2497" name="Shape 2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" name="Google Shape;2498;p215"/>
          <p:cNvSpPr/>
          <p:nvPr>
            <p:ph idx="2" type="pic"/>
          </p:nvPr>
        </p:nvSpPr>
        <p:spPr>
          <a:xfrm>
            <a:off x="5016500" y="0"/>
            <a:ext cx="7175500" cy="6857999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499" name="Google Shape;2499;p215"/>
          <p:cNvSpPr txBox="1"/>
          <p:nvPr>
            <p:ph type="title"/>
          </p:nvPr>
        </p:nvSpPr>
        <p:spPr>
          <a:xfrm>
            <a:off x="694799" y="673200"/>
            <a:ext cx="3780363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0" name="Google Shape;2500;p215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1" name="Google Shape;2501;p215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02" name="Google Shape;2502;p215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Description automatically generated" id="2503" name="Google Shape;2503;p2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4" name="Google Shape;2504;p215"/>
          <p:cNvSpPr txBox="1"/>
          <p:nvPr>
            <p:ph idx="1" type="body"/>
          </p:nvPr>
        </p:nvSpPr>
        <p:spPr>
          <a:xfrm>
            <a:off x="5015711" y="6138000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3_Title and Content">
  <p:cSld name="153_Title and Content">
    <p:bg>
      <p:bgPr>
        <a:solidFill>
          <a:schemeClr val="dk2"/>
        </a:solidFill>
      </p:bgPr>
    </p:bg>
    <p:spTree>
      <p:nvGrpSpPr>
        <p:cNvPr id="2505" name="Shape 2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6" name="Google Shape;2506;p216"/>
          <p:cNvSpPr/>
          <p:nvPr>
            <p:ph idx="2" type="pic"/>
          </p:nvPr>
        </p:nvSpPr>
        <p:spPr>
          <a:xfrm>
            <a:off x="5016500" y="0"/>
            <a:ext cx="7175500" cy="6857999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507" name="Google Shape;2507;p216"/>
          <p:cNvSpPr txBox="1"/>
          <p:nvPr>
            <p:ph type="title"/>
          </p:nvPr>
        </p:nvSpPr>
        <p:spPr>
          <a:xfrm>
            <a:off x="694800" y="673200"/>
            <a:ext cx="3780363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8" name="Google Shape;2508;p216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9" name="Google Shape;2509;p216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10" name="Google Shape;2510;p216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Description automatically generated" id="2511" name="Google Shape;2511;p2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2" name="Google Shape;2512;p216"/>
          <p:cNvSpPr txBox="1"/>
          <p:nvPr>
            <p:ph idx="1" type="body"/>
          </p:nvPr>
        </p:nvSpPr>
        <p:spPr>
          <a:xfrm>
            <a:off x="5015711" y="6138000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2_Title and Content">
  <p:cSld name="152_Title and Content">
    <p:bg>
      <p:bgPr>
        <a:solidFill>
          <a:srgbClr val="8866BC"/>
        </a:solidFill>
      </p:bgPr>
    </p:bg>
    <p:spTree>
      <p:nvGrpSpPr>
        <p:cNvPr id="2513" name="Shape 2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4" name="Google Shape;2514;p217"/>
          <p:cNvSpPr/>
          <p:nvPr>
            <p:ph idx="2" type="pic"/>
          </p:nvPr>
        </p:nvSpPr>
        <p:spPr>
          <a:xfrm>
            <a:off x="5016500" y="0"/>
            <a:ext cx="7175500" cy="6857999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515" name="Google Shape;2515;p217"/>
          <p:cNvSpPr txBox="1"/>
          <p:nvPr>
            <p:ph type="title"/>
          </p:nvPr>
        </p:nvSpPr>
        <p:spPr>
          <a:xfrm>
            <a:off x="694800" y="741599"/>
            <a:ext cx="3780363" cy="5567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6" name="Google Shape;2516;p217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7" name="Google Shape;2517;p217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18" name="Google Shape;2518;p217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rgbClr val="8866B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Description automatically generated" id="2519" name="Google Shape;2519;p2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0" name="Google Shape;2520;p217"/>
          <p:cNvSpPr txBox="1"/>
          <p:nvPr>
            <p:ph idx="1" type="body"/>
          </p:nvPr>
        </p:nvSpPr>
        <p:spPr>
          <a:xfrm>
            <a:off x="5015711" y="6138000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0_Title and Content">
  <p:cSld name="170_Title and Content">
    <p:bg>
      <p:bgPr>
        <a:solidFill>
          <a:schemeClr val="dk2"/>
        </a:solidFill>
      </p:bgPr>
    </p:bg>
    <p:spTree>
      <p:nvGrpSpPr>
        <p:cNvPr id="2521" name="Shape 2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2" name="Google Shape;2522;p218"/>
          <p:cNvSpPr/>
          <p:nvPr>
            <p:ph idx="2" type="pic"/>
          </p:nvPr>
        </p:nvSpPr>
        <p:spPr>
          <a:xfrm>
            <a:off x="5016500" y="0"/>
            <a:ext cx="7175500" cy="6857999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523" name="Google Shape;2523;p218"/>
          <p:cNvSpPr txBox="1"/>
          <p:nvPr>
            <p:ph type="title"/>
          </p:nvPr>
        </p:nvSpPr>
        <p:spPr>
          <a:xfrm>
            <a:off x="694800" y="741599"/>
            <a:ext cx="3780363" cy="5567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4" name="Google Shape;2524;p218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5" name="Google Shape;2525;p218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26" name="Google Shape;2526;p218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Description automatically generated" id="2527" name="Google Shape;2527;p2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8" name="Google Shape;2528;p218"/>
          <p:cNvSpPr txBox="1"/>
          <p:nvPr>
            <p:ph idx="1" type="body"/>
          </p:nvPr>
        </p:nvSpPr>
        <p:spPr>
          <a:xfrm>
            <a:off x="5015711" y="6138000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5_Title and Content">
  <p:cSld name="155_Title and Content">
    <p:bg>
      <p:bgPr>
        <a:solidFill>
          <a:schemeClr val="dk2"/>
        </a:solidFill>
      </p:bgPr>
    </p:bg>
    <p:spTree>
      <p:nvGrpSpPr>
        <p:cNvPr id="2529" name="Shape 2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0" name="Google Shape;2530;p219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531" name="Google Shape;2531;p219"/>
          <p:cNvSpPr txBox="1"/>
          <p:nvPr>
            <p:ph type="title"/>
          </p:nvPr>
        </p:nvSpPr>
        <p:spPr>
          <a:xfrm>
            <a:off x="694800" y="741599"/>
            <a:ext cx="4861450" cy="5567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2" name="Google Shape;2532;p219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3" name="Google Shape;2533;p219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34" name="Google Shape;2534;p219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Description automatically generated" id="2535" name="Google Shape;2535;p2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6" name="Google Shape;2536;p219"/>
          <p:cNvSpPr txBox="1"/>
          <p:nvPr>
            <p:ph idx="1" type="body"/>
          </p:nvPr>
        </p:nvSpPr>
        <p:spPr>
          <a:xfrm>
            <a:off x="6096000" y="6138000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2_Title and Content">
  <p:cSld name="162_Title and Content">
    <p:bg>
      <p:bgPr>
        <a:solidFill>
          <a:schemeClr val="lt1"/>
        </a:solidFill>
      </p:bgPr>
    </p:bg>
    <p:spTree>
      <p:nvGrpSpPr>
        <p:cNvPr id="2537" name="Shape 2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8" name="Google Shape;2538;p220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9" name="Google Shape;2539;p220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0" name="Google Shape;2540;p220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41" name="Google Shape;2541;p220"/>
          <p:cNvSpPr txBox="1"/>
          <p:nvPr>
            <p:ph idx="1" type="body"/>
          </p:nvPr>
        </p:nvSpPr>
        <p:spPr>
          <a:xfrm>
            <a:off x="5018120" y="4512231"/>
            <a:ext cx="2160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42" name="Google Shape;2542;p220"/>
          <p:cNvSpPr txBox="1"/>
          <p:nvPr>
            <p:ph idx="2" type="body"/>
          </p:nvPr>
        </p:nvSpPr>
        <p:spPr>
          <a:xfrm>
            <a:off x="5018120" y="3837600"/>
            <a:ext cx="216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43" name="Google Shape;2543;p220"/>
          <p:cNvSpPr txBox="1"/>
          <p:nvPr>
            <p:ph idx="3" type="body"/>
          </p:nvPr>
        </p:nvSpPr>
        <p:spPr>
          <a:xfrm>
            <a:off x="2495050" y="4510800"/>
            <a:ext cx="2160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44" name="Google Shape;2544;p220"/>
          <p:cNvSpPr txBox="1"/>
          <p:nvPr>
            <p:ph idx="4" type="body"/>
          </p:nvPr>
        </p:nvSpPr>
        <p:spPr>
          <a:xfrm>
            <a:off x="2495050" y="3837600"/>
            <a:ext cx="216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45" name="Google Shape;2545;p220"/>
          <p:cNvSpPr txBox="1"/>
          <p:nvPr>
            <p:ph idx="5" type="body"/>
          </p:nvPr>
        </p:nvSpPr>
        <p:spPr>
          <a:xfrm>
            <a:off x="7536952" y="4510800"/>
            <a:ext cx="2160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46" name="Google Shape;2546;p220"/>
          <p:cNvSpPr txBox="1"/>
          <p:nvPr>
            <p:ph idx="6" type="body"/>
          </p:nvPr>
        </p:nvSpPr>
        <p:spPr>
          <a:xfrm>
            <a:off x="7536952" y="3837600"/>
            <a:ext cx="216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47" name="Google Shape;2547;p220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5_Title and Content">
  <p:cSld name="165_Title and Content">
    <p:bg>
      <p:bgPr>
        <a:solidFill>
          <a:schemeClr val="dk2"/>
        </a:solidFill>
      </p:bgPr>
    </p:bg>
    <p:spTree>
      <p:nvGrpSpPr>
        <p:cNvPr id="2548" name="Shape 2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" name="Google Shape;2549;p221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0" name="Google Shape;2550;p221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1" name="Google Shape;2551;p221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52" name="Google Shape;2552;p221"/>
          <p:cNvSpPr txBox="1"/>
          <p:nvPr>
            <p:ph idx="1" type="body"/>
          </p:nvPr>
        </p:nvSpPr>
        <p:spPr>
          <a:xfrm>
            <a:off x="5018120" y="4512231"/>
            <a:ext cx="2160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53" name="Google Shape;2553;p221"/>
          <p:cNvSpPr txBox="1"/>
          <p:nvPr>
            <p:ph idx="2" type="body"/>
          </p:nvPr>
        </p:nvSpPr>
        <p:spPr>
          <a:xfrm>
            <a:off x="5018120" y="3837600"/>
            <a:ext cx="216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54" name="Google Shape;2554;p221"/>
          <p:cNvSpPr txBox="1"/>
          <p:nvPr>
            <p:ph idx="3" type="body"/>
          </p:nvPr>
        </p:nvSpPr>
        <p:spPr>
          <a:xfrm>
            <a:off x="2495050" y="4510800"/>
            <a:ext cx="2160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55" name="Google Shape;2555;p221"/>
          <p:cNvSpPr txBox="1"/>
          <p:nvPr>
            <p:ph idx="4" type="body"/>
          </p:nvPr>
        </p:nvSpPr>
        <p:spPr>
          <a:xfrm>
            <a:off x="2495050" y="3837600"/>
            <a:ext cx="216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56" name="Google Shape;2556;p221"/>
          <p:cNvSpPr txBox="1"/>
          <p:nvPr>
            <p:ph idx="5" type="body"/>
          </p:nvPr>
        </p:nvSpPr>
        <p:spPr>
          <a:xfrm>
            <a:off x="7536952" y="4510800"/>
            <a:ext cx="2160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57" name="Google Shape;2557;p221"/>
          <p:cNvSpPr txBox="1"/>
          <p:nvPr>
            <p:ph idx="6" type="body"/>
          </p:nvPr>
        </p:nvSpPr>
        <p:spPr>
          <a:xfrm>
            <a:off x="7536952" y="3837600"/>
            <a:ext cx="216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58" name="Google Shape;2558;p221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Description automatically generated" id="2559" name="Google Shape;2559;p2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0" name="Google Shape;2560;p221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3_Title and Content">
  <p:cSld name="163_Title and Content">
    <p:bg>
      <p:bgPr>
        <a:solidFill>
          <a:schemeClr val="lt1"/>
        </a:solidFill>
      </p:bgPr>
    </p:bg>
    <p:spTree>
      <p:nvGrpSpPr>
        <p:cNvPr id="2561" name="Shape 2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2" name="Google Shape;2562;p222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3" name="Google Shape;2563;p222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64" name="Google Shape;2564;p222"/>
          <p:cNvSpPr/>
          <p:nvPr/>
        </p:nvSpPr>
        <p:spPr>
          <a:xfrm>
            <a:off x="3438997" y="3515674"/>
            <a:ext cx="2566800" cy="279152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5" name="Google Shape;2565;p222"/>
          <p:cNvSpPr txBox="1"/>
          <p:nvPr>
            <p:ph idx="1" type="body"/>
          </p:nvPr>
        </p:nvSpPr>
        <p:spPr>
          <a:xfrm>
            <a:off x="3800421" y="3767173"/>
            <a:ext cx="1835386" cy="2295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66" name="Google Shape;2566;p222"/>
          <p:cNvSpPr/>
          <p:nvPr>
            <p:ph idx="2" type="pic"/>
          </p:nvPr>
        </p:nvSpPr>
        <p:spPr>
          <a:xfrm>
            <a:off x="6183802" y="550800"/>
            <a:ext cx="5310998" cy="57564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567" name="Google Shape;2567;p222"/>
          <p:cNvSpPr/>
          <p:nvPr>
            <p:ph idx="3" type="pic"/>
          </p:nvPr>
        </p:nvSpPr>
        <p:spPr>
          <a:xfrm>
            <a:off x="694800" y="550800"/>
            <a:ext cx="5310998" cy="279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568" name="Google Shape;2568;p222"/>
          <p:cNvSpPr/>
          <p:nvPr>
            <p:ph idx="4" type="pic"/>
          </p:nvPr>
        </p:nvSpPr>
        <p:spPr>
          <a:xfrm>
            <a:off x="694800" y="3514148"/>
            <a:ext cx="2566192" cy="2793051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569" name="Google Shape;2569;p222"/>
          <p:cNvSpPr txBox="1"/>
          <p:nvPr>
            <p:ph idx="5" type="body"/>
          </p:nvPr>
        </p:nvSpPr>
        <p:spPr>
          <a:xfrm>
            <a:off x="694800" y="2619276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70" name="Google Shape;2570;p222"/>
          <p:cNvSpPr txBox="1"/>
          <p:nvPr>
            <p:ph idx="6" type="body"/>
          </p:nvPr>
        </p:nvSpPr>
        <p:spPr>
          <a:xfrm>
            <a:off x="694800" y="5587199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71" name="Google Shape;2571;p222"/>
          <p:cNvSpPr txBox="1"/>
          <p:nvPr>
            <p:ph idx="7" type="body"/>
          </p:nvPr>
        </p:nvSpPr>
        <p:spPr>
          <a:xfrm>
            <a:off x="6182400" y="5587199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72" name="Google Shape;2572;p222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6_Title and Content">
  <p:cSld name="166_Title and Content">
    <p:bg>
      <p:bgPr>
        <a:solidFill>
          <a:schemeClr val="lt1"/>
        </a:solidFill>
      </p:bgPr>
    </p:bg>
    <p:spTree>
      <p:nvGrpSpPr>
        <p:cNvPr id="2573" name="Shape 2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4" name="Google Shape;2574;p223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5" name="Google Shape;2575;p223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76" name="Google Shape;2576;p223"/>
          <p:cNvSpPr/>
          <p:nvPr/>
        </p:nvSpPr>
        <p:spPr>
          <a:xfrm>
            <a:off x="3438997" y="3515674"/>
            <a:ext cx="2566800" cy="279152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7" name="Google Shape;2577;p223"/>
          <p:cNvSpPr txBox="1"/>
          <p:nvPr>
            <p:ph idx="1" type="body"/>
          </p:nvPr>
        </p:nvSpPr>
        <p:spPr>
          <a:xfrm>
            <a:off x="3800421" y="3767173"/>
            <a:ext cx="1835386" cy="2295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78" name="Google Shape;2578;p223"/>
          <p:cNvSpPr/>
          <p:nvPr>
            <p:ph idx="2" type="pic"/>
          </p:nvPr>
        </p:nvSpPr>
        <p:spPr>
          <a:xfrm>
            <a:off x="6183802" y="3514148"/>
            <a:ext cx="5310998" cy="2793052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579" name="Google Shape;2579;p223"/>
          <p:cNvSpPr/>
          <p:nvPr>
            <p:ph idx="3" type="pic"/>
          </p:nvPr>
        </p:nvSpPr>
        <p:spPr>
          <a:xfrm>
            <a:off x="694800" y="550800"/>
            <a:ext cx="5310998" cy="279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580" name="Google Shape;2580;p223"/>
          <p:cNvSpPr/>
          <p:nvPr>
            <p:ph idx="4" type="pic"/>
          </p:nvPr>
        </p:nvSpPr>
        <p:spPr>
          <a:xfrm>
            <a:off x="694800" y="3514148"/>
            <a:ext cx="2566192" cy="2793051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581" name="Google Shape;2581;p223"/>
          <p:cNvSpPr/>
          <p:nvPr>
            <p:ph idx="5" type="pic"/>
          </p:nvPr>
        </p:nvSpPr>
        <p:spPr>
          <a:xfrm>
            <a:off x="8074229" y="550800"/>
            <a:ext cx="3420571" cy="279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582" name="Google Shape;2582;p223"/>
          <p:cNvSpPr/>
          <p:nvPr>
            <p:ph idx="6" type="pic"/>
          </p:nvPr>
        </p:nvSpPr>
        <p:spPr>
          <a:xfrm>
            <a:off x="6183802" y="550800"/>
            <a:ext cx="1712423" cy="279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583" name="Google Shape;2583;p223"/>
          <p:cNvSpPr txBox="1"/>
          <p:nvPr>
            <p:ph idx="7" type="body"/>
          </p:nvPr>
        </p:nvSpPr>
        <p:spPr>
          <a:xfrm>
            <a:off x="6183601" y="2619276"/>
            <a:ext cx="1563042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84" name="Google Shape;2584;p223"/>
          <p:cNvSpPr txBox="1"/>
          <p:nvPr>
            <p:ph idx="8" type="body"/>
          </p:nvPr>
        </p:nvSpPr>
        <p:spPr>
          <a:xfrm>
            <a:off x="694800" y="5587199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85" name="Google Shape;2585;p223"/>
          <p:cNvSpPr txBox="1"/>
          <p:nvPr>
            <p:ph idx="9" type="body"/>
          </p:nvPr>
        </p:nvSpPr>
        <p:spPr>
          <a:xfrm>
            <a:off x="6182400" y="5587199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86" name="Google Shape;2586;p223"/>
          <p:cNvSpPr txBox="1"/>
          <p:nvPr>
            <p:ph idx="13" type="body"/>
          </p:nvPr>
        </p:nvSpPr>
        <p:spPr>
          <a:xfrm>
            <a:off x="8074229" y="2619276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87" name="Google Shape;2587;p223"/>
          <p:cNvSpPr txBox="1"/>
          <p:nvPr>
            <p:ph idx="14" type="body"/>
          </p:nvPr>
        </p:nvSpPr>
        <p:spPr>
          <a:xfrm>
            <a:off x="694800" y="2619276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88" name="Google Shape;2588;p223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7_Title and Content">
  <p:cSld name="167_Title and Content">
    <p:bg>
      <p:bgPr>
        <a:solidFill>
          <a:schemeClr val="lt1"/>
        </a:solidFill>
      </p:bgPr>
    </p:bg>
    <p:spTree>
      <p:nvGrpSpPr>
        <p:cNvPr id="2589" name="Shape 2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" name="Google Shape;2590;p224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1" name="Google Shape;2591;p224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92" name="Google Shape;2592;p224"/>
          <p:cNvSpPr/>
          <p:nvPr/>
        </p:nvSpPr>
        <p:spPr>
          <a:xfrm>
            <a:off x="8927998" y="549276"/>
            <a:ext cx="2566801" cy="279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3" name="Google Shape;2593;p224"/>
          <p:cNvSpPr txBox="1"/>
          <p:nvPr>
            <p:ph idx="1" type="body"/>
          </p:nvPr>
        </p:nvSpPr>
        <p:spPr>
          <a:xfrm>
            <a:off x="9293092" y="800010"/>
            <a:ext cx="1835386" cy="2295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94" name="Google Shape;2594;p224"/>
          <p:cNvSpPr/>
          <p:nvPr>
            <p:ph idx="2" type="pic"/>
          </p:nvPr>
        </p:nvSpPr>
        <p:spPr>
          <a:xfrm>
            <a:off x="694800" y="550800"/>
            <a:ext cx="2566800" cy="279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595" name="Google Shape;2595;p224"/>
          <p:cNvSpPr/>
          <p:nvPr>
            <p:ph idx="3" type="pic"/>
          </p:nvPr>
        </p:nvSpPr>
        <p:spPr>
          <a:xfrm>
            <a:off x="3439799" y="550800"/>
            <a:ext cx="5310000" cy="57564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596" name="Google Shape;2596;p224"/>
          <p:cNvSpPr/>
          <p:nvPr>
            <p:ph idx="4" type="pic"/>
          </p:nvPr>
        </p:nvSpPr>
        <p:spPr>
          <a:xfrm>
            <a:off x="8929724" y="3517200"/>
            <a:ext cx="2565075" cy="279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597" name="Google Shape;2597;p224"/>
          <p:cNvSpPr/>
          <p:nvPr>
            <p:ph idx="5" type="pic"/>
          </p:nvPr>
        </p:nvSpPr>
        <p:spPr>
          <a:xfrm>
            <a:off x="694800" y="3514148"/>
            <a:ext cx="2566192" cy="2793051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598" name="Google Shape;2598;p224"/>
          <p:cNvSpPr txBox="1"/>
          <p:nvPr>
            <p:ph idx="6" type="body"/>
          </p:nvPr>
        </p:nvSpPr>
        <p:spPr>
          <a:xfrm>
            <a:off x="694800" y="2619276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99" name="Google Shape;2599;p224"/>
          <p:cNvSpPr txBox="1"/>
          <p:nvPr>
            <p:ph idx="7" type="body"/>
          </p:nvPr>
        </p:nvSpPr>
        <p:spPr>
          <a:xfrm>
            <a:off x="694800" y="5587199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00" name="Google Shape;2600;p224"/>
          <p:cNvSpPr txBox="1"/>
          <p:nvPr>
            <p:ph idx="8" type="body"/>
          </p:nvPr>
        </p:nvSpPr>
        <p:spPr>
          <a:xfrm>
            <a:off x="8928000" y="5587199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01" name="Google Shape;2601;p224"/>
          <p:cNvSpPr txBox="1"/>
          <p:nvPr>
            <p:ph idx="9" type="body"/>
          </p:nvPr>
        </p:nvSpPr>
        <p:spPr>
          <a:xfrm>
            <a:off x="3439191" y="5587199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02" name="Google Shape;2602;p224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8_Title and Content">
  <p:cSld name="168_Title and Content">
    <p:bg>
      <p:bgPr>
        <a:solidFill>
          <a:schemeClr val="lt1"/>
        </a:solidFill>
      </p:bgPr>
    </p:bg>
    <p:spTree>
      <p:nvGrpSpPr>
        <p:cNvPr id="2603" name="Shape 2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4" name="Google Shape;2604;p225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5" name="Google Shape;2605;p225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06" name="Google Shape;2606;p225"/>
          <p:cNvSpPr/>
          <p:nvPr/>
        </p:nvSpPr>
        <p:spPr>
          <a:xfrm>
            <a:off x="6184800" y="549275"/>
            <a:ext cx="2566802" cy="279000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7" name="Google Shape;2607;p225"/>
          <p:cNvSpPr txBox="1"/>
          <p:nvPr>
            <p:ph idx="1" type="body"/>
          </p:nvPr>
        </p:nvSpPr>
        <p:spPr>
          <a:xfrm>
            <a:off x="6547155" y="800010"/>
            <a:ext cx="1835386" cy="2295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08" name="Google Shape;2608;p225"/>
          <p:cNvSpPr/>
          <p:nvPr>
            <p:ph idx="2" type="pic"/>
          </p:nvPr>
        </p:nvSpPr>
        <p:spPr>
          <a:xfrm>
            <a:off x="8927998" y="550800"/>
            <a:ext cx="2566801" cy="279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609" name="Google Shape;2609;p225"/>
          <p:cNvSpPr/>
          <p:nvPr>
            <p:ph idx="3" type="pic"/>
          </p:nvPr>
        </p:nvSpPr>
        <p:spPr>
          <a:xfrm>
            <a:off x="8927998" y="3515674"/>
            <a:ext cx="2566802" cy="2791525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610" name="Google Shape;2610;p225"/>
          <p:cNvSpPr/>
          <p:nvPr>
            <p:ph idx="4" type="pic"/>
          </p:nvPr>
        </p:nvSpPr>
        <p:spPr>
          <a:xfrm>
            <a:off x="694800" y="550800"/>
            <a:ext cx="5312401" cy="57564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611" name="Google Shape;2611;p225"/>
          <p:cNvSpPr/>
          <p:nvPr>
            <p:ph idx="5" type="pic"/>
          </p:nvPr>
        </p:nvSpPr>
        <p:spPr>
          <a:xfrm>
            <a:off x="6183600" y="3515674"/>
            <a:ext cx="2566800" cy="2791526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612" name="Google Shape;2612;p225"/>
          <p:cNvSpPr txBox="1"/>
          <p:nvPr>
            <p:ph idx="6" type="body"/>
          </p:nvPr>
        </p:nvSpPr>
        <p:spPr>
          <a:xfrm>
            <a:off x="8927998" y="2619276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13" name="Google Shape;2613;p225"/>
          <p:cNvSpPr txBox="1"/>
          <p:nvPr>
            <p:ph idx="7" type="body"/>
          </p:nvPr>
        </p:nvSpPr>
        <p:spPr>
          <a:xfrm>
            <a:off x="694800" y="5587199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14" name="Google Shape;2614;p225"/>
          <p:cNvSpPr txBox="1"/>
          <p:nvPr>
            <p:ph idx="8" type="body"/>
          </p:nvPr>
        </p:nvSpPr>
        <p:spPr>
          <a:xfrm>
            <a:off x="6182400" y="5587199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15" name="Google Shape;2615;p225"/>
          <p:cNvSpPr txBox="1"/>
          <p:nvPr>
            <p:ph idx="9" type="body"/>
          </p:nvPr>
        </p:nvSpPr>
        <p:spPr>
          <a:xfrm>
            <a:off x="8928000" y="5587199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16" name="Google Shape;2616;p225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9_Title and Content">
  <p:cSld name="169_Title and Content">
    <p:bg>
      <p:bgPr>
        <a:solidFill>
          <a:schemeClr val="lt1"/>
        </a:solidFill>
      </p:bgPr>
    </p:bg>
    <p:spTree>
      <p:nvGrpSpPr>
        <p:cNvPr id="2617" name="Shape 2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8" name="Google Shape;2618;p226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9" name="Google Shape;2619;p226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20" name="Google Shape;2620;p226"/>
          <p:cNvSpPr/>
          <p:nvPr/>
        </p:nvSpPr>
        <p:spPr>
          <a:xfrm>
            <a:off x="694800" y="549275"/>
            <a:ext cx="2565601" cy="279000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1" name="Google Shape;2621;p226"/>
          <p:cNvSpPr txBox="1"/>
          <p:nvPr>
            <p:ph idx="1" type="body"/>
          </p:nvPr>
        </p:nvSpPr>
        <p:spPr>
          <a:xfrm>
            <a:off x="1054346" y="800773"/>
            <a:ext cx="1835386" cy="2295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22" name="Google Shape;2622;p226"/>
          <p:cNvSpPr/>
          <p:nvPr>
            <p:ph idx="2" type="pic"/>
          </p:nvPr>
        </p:nvSpPr>
        <p:spPr>
          <a:xfrm>
            <a:off x="694800" y="3515674"/>
            <a:ext cx="5310000" cy="2791525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623" name="Google Shape;2623;p226"/>
          <p:cNvSpPr/>
          <p:nvPr>
            <p:ph idx="3" type="pic"/>
          </p:nvPr>
        </p:nvSpPr>
        <p:spPr>
          <a:xfrm>
            <a:off x="3445200" y="550800"/>
            <a:ext cx="2565600" cy="2788476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624" name="Google Shape;2624;p226"/>
          <p:cNvSpPr/>
          <p:nvPr>
            <p:ph idx="4" type="pic"/>
          </p:nvPr>
        </p:nvSpPr>
        <p:spPr>
          <a:xfrm>
            <a:off x="6183600" y="550800"/>
            <a:ext cx="5311199" cy="2788476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625" name="Google Shape;2625;p226"/>
          <p:cNvSpPr/>
          <p:nvPr>
            <p:ph idx="5" type="pic"/>
          </p:nvPr>
        </p:nvSpPr>
        <p:spPr>
          <a:xfrm>
            <a:off x="8928000" y="3515674"/>
            <a:ext cx="2566800" cy="2791526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626" name="Google Shape;2626;p226"/>
          <p:cNvSpPr/>
          <p:nvPr>
            <p:ph idx="6" type="pic"/>
          </p:nvPr>
        </p:nvSpPr>
        <p:spPr>
          <a:xfrm>
            <a:off x="6183600" y="3515674"/>
            <a:ext cx="2566800" cy="2791526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627" name="Google Shape;2627;p226"/>
          <p:cNvSpPr txBox="1"/>
          <p:nvPr>
            <p:ph idx="7" type="body"/>
          </p:nvPr>
        </p:nvSpPr>
        <p:spPr>
          <a:xfrm>
            <a:off x="3445200" y="2619276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28" name="Google Shape;2628;p226"/>
          <p:cNvSpPr txBox="1"/>
          <p:nvPr>
            <p:ph idx="8" type="body"/>
          </p:nvPr>
        </p:nvSpPr>
        <p:spPr>
          <a:xfrm>
            <a:off x="6183600" y="2619276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29" name="Google Shape;2629;p226"/>
          <p:cNvSpPr txBox="1"/>
          <p:nvPr>
            <p:ph idx="9" type="body"/>
          </p:nvPr>
        </p:nvSpPr>
        <p:spPr>
          <a:xfrm>
            <a:off x="694800" y="5587199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30" name="Google Shape;2630;p226"/>
          <p:cNvSpPr txBox="1"/>
          <p:nvPr>
            <p:ph idx="13" type="body"/>
          </p:nvPr>
        </p:nvSpPr>
        <p:spPr>
          <a:xfrm>
            <a:off x="6182400" y="5587199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31" name="Google Shape;2631;p226"/>
          <p:cNvSpPr txBox="1"/>
          <p:nvPr>
            <p:ph idx="14" type="body"/>
          </p:nvPr>
        </p:nvSpPr>
        <p:spPr>
          <a:xfrm>
            <a:off x="8928000" y="5587199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32" name="Google Shape;2632;p226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Section Header">
  <p:cSld name="18_Section Header">
    <p:spTree>
      <p:nvGrpSpPr>
        <p:cNvPr id="2633" name="Shape 2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4" name="Google Shape;2634;p227"/>
          <p:cNvSpPr txBox="1"/>
          <p:nvPr>
            <p:ph type="title"/>
          </p:nvPr>
        </p:nvSpPr>
        <p:spPr>
          <a:xfrm>
            <a:off x="695324" y="2019600"/>
            <a:ext cx="10800825" cy="414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5" name="Google Shape;2635;p227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6" name="Google Shape;2636;p227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37" name="Google Shape;2637;p227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8" name="Google Shape;2638;p227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Section Header">
  <p:cSld name="19_Section Header">
    <p:bg>
      <p:bgPr>
        <a:solidFill>
          <a:schemeClr val="dk2"/>
        </a:solidFill>
      </p:bgPr>
    </p:bg>
    <p:spTree>
      <p:nvGrpSpPr>
        <p:cNvPr id="2639" name="Shape 2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0" name="Google Shape;2640;p228"/>
          <p:cNvSpPr txBox="1"/>
          <p:nvPr>
            <p:ph type="title"/>
          </p:nvPr>
        </p:nvSpPr>
        <p:spPr>
          <a:xfrm>
            <a:off x="695324" y="2019600"/>
            <a:ext cx="10800825" cy="414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1" name="Google Shape;2641;p228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2" name="Google Shape;2642;p228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43" name="Google Shape;2643;p228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4" name="Google Shape;2644;p228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0_Title and Content">
  <p:cSld name="120_Title and Content">
    <p:bg>
      <p:bgPr>
        <a:solidFill>
          <a:schemeClr val="lt2"/>
        </a:solidFill>
      </p:bgPr>
    </p:bg>
    <p:spTree>
      <p:nvGrpSpPr>
        <p:cNvPr id="2645" name="Shape 2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6" name="Google Shape;2646;p229"/>
          <p:cNvSpPr txBox="1"/>
          <p:nvPr>
            <p:ph type="title"/>
          </p:nvPr>
        </p:nvSpPr>
        <p:spPr>
          <a:xfrm>
            <a:off x="694800" y="673200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7" name="Google Shape;2647;p229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8" name="Google Shape;2648;p229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649" name="Google Shape;2649;p229"/>
          <p:cNvPicPr preferRelativeResize="0"/>
          <p:nvPr/>
        </p:nvPicPr>
        <p:blipFill rotWithShape="1">
          <a:blip r:embed="rId2">
            <a:alphaModFix/>
          </a:blip>
          <a:srcRect b="3231" l="0" r="0" t="3231"/>
          <a:stretch/>
        </p:blipFill>
        <p:spPr>
          <a:xfrm>
            <a:off x="1774825" y="1630175"/>
            <a:ext cx="8642350" cy="46785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0" name="Google Shape;2650;p229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1_Title and Content">
  <p:cSld name="121_Title and Content">
    <p:spTree>
      <p:nvGrpSpPr>
        <p:cNvPr id="2651" name="Shape 2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" name="Google Shape;2652;p230"/>
          <p:cNvSpPr/>
          <p:nvPr/>
        </p:nvSpPr>
        <p:spPr>
          <a:xfrm>
            <a:off x="6095999" y="1"/>
            <a:ext cx="6096001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3" name="Google Shape;2653;p230"/>
          <p:cNvSpPr txBox="1"/>
          <p:nvPr>
            <p:ph type="title"/>
          </p:nvPr>
        </p:nvSpPr>
        <p:spPr>
          <a:xfrm>
            <a:off x="694800" y="673200"/>
            <a:ext cx="5221814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4" name="Google Shape;2654;p230"/>
          <p:cNvSpPr txBox="1"/>
          <p:nvPr>
            <p:ph idx="1" type="body"/>
          </p:nvPr>
        </p:nvSpPr>
        <p:spPr>
          <a:xfrm>
            <a:off x="694800" y="1627200"/>
            <a:ext cx="5221813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55" name="Google Shape;2655;p230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6" name="Google Shape;2656;p230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A map of the united kingdom&#10;&#10;Description automatically generated" id="2657" name="Google Shape;2657;p2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99850" y="609074"/>
            <a:ext cx="4577198" cy="5637088"/>
          </a:xfrm>
          <a:prstGeom prst="rect">
            <a:avLst/>
          </a:prstGeom>
          <a:noFill/>
          <a:ln>
            <a:noFill/>
          </a:ln>
        </p:spPr>
      </p:pic>
      <p:sp>
        <p:nvSpPr>
          <p:cNvPr id="2658" name="Google Shape;2658;p230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8_Title and Content">
  <p:cSld name="138_Title and Content">
    <p:bg>
      <p:bgPr>
        <a:solidFill>
          <a:schemeClr val="dk2"/>
        </a:solidFill>
      </p:bgPr>
    </p:bg>
    <p:spTree>
      <p:nvGrpSpPr>
        <p:cNvPr id="2659" name="Shape 2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0" name="Google Shape;2660;p231"/>
          <p:cNvSpPr txBox="1"/>
          <p:nvPr>
            <p:ph type="title"/>
          </p:nvPr>
        </p:nvSpPr>
        <p:spPr>
          <a:xfrm>
            <a:off x="694800" y="673200"/>
            <a:ext cx="5580588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1" name="Google Shape;2661;p231"/>
          <p:cNvSpPr txBox="1"/>
          <p:nvPr>
            <p:ph idx="1" type="body"/>
          </p:nvPr>
        </p:nvSpPr>
        <p:spPr>
          <a:xfrm>
            <a:off x="694801" y="1627200"/>
            <a:ext cx="5580588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62" name="Google Shape;2662;p231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3" name="Google Shape;2663;p231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A map of the united kingdom&#10;&#10;Description automatically generated" id="2664" name="Google Shape;2664;p2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99850" y="609074"/>
            <a:ext cx="4577198" cy="5637088"/>
          </a:xfrm>
          <a:prstGeom prst="rect">
            <a:avLst/>
          </a:prstGeom>
          <a:noFill/>
          <a:ln>
            <a:noFill/>
          </a:ln>
        </p:spPr>
      </p:pic>
      <p:sp>
        <p:nvSpPr>
          <p:cNvPr id="2665" name="Google Shape;2665;p231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Description automatically generated" id="2666" name="Google Shape;2666;p2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7" name="Google Shape;2667;p231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0_Title and Content">
  <p:cSld name="150_Title and Content">
    <p:spTree>
      <p:nvGrpSpPr>
        <p:cNvPr id="2668" name="Shape 2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9" name="Google Shape;2669;p232"/>
          <p:cNvSpPr/>
          <p:nvPr/>
        </p:nvSpPr>
        <p:spPr>
          <a:xfrm>
            <a:off x="4656137" y="1"/>
            <a:ext cx="7535863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0" name="Google Shape;2670;p232"/>
          <p:cNvSpPr txBox="1"/>
          <p:nvPr>
            <p:ph type="title"/>
          </p:nvPr>
        </p:nvSpPr>
        <p:spPr>
          <a:xfrm>
            <a:off x="694799" y="673200"/>
            <a:ext cx="3694321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1" name="Google Shape;2671;p232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2" name="Google Shape;2672;p232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73" name="Google Shape;2673;p232"/>
          <p:cNvSpPr txBox="1"/>
          <p:nvPr>
            <p:ph idx="1" type="body"/>
          </p:nvPr>
        </p:nvSpPr>
        <p:spPr>
          <a:xfrm>
            <a:off x="694800" y="1989139"/>
            <a:ext cx="3601582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74" name="Google Shape;2674;p232"/>
          <p:cNvSpPr txBox="1"/>
          <p:nvPr>
            <p:ph idx="2" type="body"/>
          </p:nvPr>
        </p:nvSpPr>
        <p:spPr>
          <a:xfrm>
            <a:off x="694858" y="2349501"/>
            <a:ext cx="3600917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75" name="Google Shape;2675;p232"/>
          <p:cNvSpPr txBox="1"/>
          <p:nvPr>
            <p:ph idx="3" type="body"/>
          </p:nvPr>
        </p:nvSpPr>
        <p:spPr>
          <a:xfrm>
            <a:off x="694800" y="3434400"/>
            <a:ext cx="3601582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76" name="Google Shape;2676;p232"/>
          <p:cNvSpPr txBox="1"/>
          <p:nvPr>
            <p:ph idx="4" type="body"/>
          </p:nvPr>
        </p:nvSpPr>
        <p:spPr>
          <a:xfrm>
            <a:off x="694800" y="3792802"/>
            <a:ext cx="3600917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77" name="Google Shape;2677;p232"/>
          <p:cNvSpPr txBox="1"/>
          <p:nvPr>
            <p:ph idx="5" type="body"/>
          </p:nvPr>
        </p:nvSpPr>
        <p:spPr>
          <a:xfrm>
            <a:off x="694800" y="4871508"/>
            <a:ext cx="3601582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78" name="Google Shape;2678;p232"/>
          <p:cNvSpPr txBox="1"/>
          <p:nvPr>
            <p:ph idx="6" type="body"/>
          </p:nvPr>
        </p:nvSpPr>
        <p:spPr>
          <a:xfrm>
            <a:off x="694800" y="5231870"/>
            <a:ext cx="3600917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map of the united kingdom&#10;&#10;Description automatically generated" id="2679" name="Google Shape;2679;p2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99850" y="609074"/>
            <a:ext cx="4577198" cy="5637088"/>
          </a:xfrm>
          <a:prstGeom prst="rect">
            <a:avLst/>
          </a:prstGeom>
          <a:noFill/>
          <a:ln>
            <a:noFill/>
          </a:ln>
        </p:spPr>
      </p:pic>
      <p:sp>
        <p:nvSpPr>
          <p:cNvPr id="2680" name="Google Shape;2680;p232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1_Title and Content">
  <p:cSld name="151_Title and Content">
    <p:bg>
      <p:bgPr>
        <a:solidFill>
          <a:schemeClr val="dk2"/>
        </a:solidFill>
      </p:bgPr>
    </p:bg>
    <p:spTree>
      <p:nvGrpSpPr>
        <p:cNvPr id="2681" name="Shape 2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" name="Google Shape;2682;p233"/>
          <p:cNvSpPr txBox="1"/>
          <p:nvPr>
            <p:ph type="title"/>
          </p:nvPr>
        </p:nvSpPr>
        <p:spPr>
          <a:xfrm>
            <a:off x="694799" y="673200"/>
            <a:ext cx="7381281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3" name="Google Shape;2683;p233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4" name="Google Shape;2684;p233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85" name="Google Shape;2685;p233"/>
          <p:cNvSpPr txBox="1"/>
          <p:nvPr>
            <p:ph idx="1" type="body"/>
          </p:nvPr>
        </p:nvSpPr>
        <p:spPr>
          <a:xfrm>
            <a:off x="694800" y="1989139"/>
            <a:ext cx="3601582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86" name="Google Shape;2686;p233"/>
          <p:cNvSpPr txBox="1"/>
          <p:nvPr>
            <p:ph idx="2" type="body"/>
          </p:nvPr>
        </p:nvSpPr>
        <p:spPr>
          <a:xfrm>
            <a:off x="694858" y="2349501"/>
            <a:ext cx="3600917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87" name="Google Shape;2687;p233"/>
          <p:cNvSpPr txBox="1"/>
          <p:nvPr>
            <p:ph idx="3" type="body"/>
          </p:nvPr>
        </p:nvSpPr>
        <p:spPr>
          <a:xfrm>
            <a:off x="694800" y="3434400"/>
            <a:ext cx="3601582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88" name="Google Shape;2688;p233"/>
          <p:cNvSpPr txBox="1"/>
          <p:nvPr>
            <p:ph idx="4" type="body"/>
          </p:nvPr>
        </p:nvSpPr>
        <p:spPr>
          <a:xfrm>
            <a:off x="694800" y="3792802"/>
            <a:ext cx="3600917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89" name="Google Shape;2689;p233"/>
          <p:cNvSpPr txBox="1"/>
          <p:nvPr>
            <p:ph idx="5" type="body"/>
          </p:nvPr>
        </p:nvSpPr>
        <p:spPr>
          <a:xfrm>
            <a:off x="694800" y="4871508"/>
            <a:ext cx="3601582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90" name="Google Shape;2690;p233"/>
          <p:cNvSpPr txBox="1"/>
          <p:nvPr>
            <p:ph idx="6" type="body"/>
          </p:nvPr>
        </p:nvSpPr>
        <p:spPr>
          <a:xfrm>
            <a:off x="694800" y="5231870"/>
            <a:ext cx="3600917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91" name="Google Shape;2691;p233"/>
          <p:cNvSpPr txBox="1"/>
          <p:nvPr>
            <p:ph idx="7" type="body"/>
          </p:nvPr>
        </p:nvSpPr>
        <p:spPr>
          <a:xfrm>
            <a:off x="4475163" y="1989139"/>
            <a:ext cx="3601582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92" name="Google Shape;2692;p233"/>
          <p:cNvSpPr txBox="1"/>
          <p:nvPr>
            <p:ph idx="8" type="body"/>
          </p:nvPr>
        </p:nvSpPr>
        <p:spPr>
          <a:xfrm>
            <a:off x="4475221" y="2349501"/>
            <a:ext cx="3600917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93" name="Google Shape;2693;p233"/>
          <p:cNvSpPr txBox="1"/>
          <p:nvPr>
            <p:ph idx="9" type="body"/>
          </p:nvPr>
        </p:nvSpPr>
        <p:spPr>
          <a:xfrm>
            <a:off x="4475163" y="3434400"/>
            <a:ext cx="3601582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94" name="Google Shape;2694;p233"/>
          <p:cNvSpPr txBox="1"/>
          <p:nvPr>
            <p:ph idx="13" type="body"/>
          </p:nvPr>
        </p:nvSpPr>
        <p:spPr>
          <a:xfrm>
            <a:off x="4475163" y="3792802"/>
            <a:ext cx="3600917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95" name="Google Shape;2695;p233"/>
          <p:cNvSpPr txBox="1"/>
          <p:nvPr>
            <p:ph idx="14" type="body"/>
          </p:nvPr>
        </p:nvSpPr>
        <p:spPr>
          <a:xfrm>
            <a:off x="4475163" y="4871508"/>
            <a:ext cx="3601582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96" name="Google Shape;2696;p233"/>
          <p:cNvSpPr txBox="1"/>
          <p:nvPr>
            <p:ph idx="15" type="body"/>
          </p:nvPr>
        </p:nvSpPr>
        <p:spPr>
          <a:xfrm>
            <a:off x="4475163" y="5231870"/>
            <a:ext cx="3600917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97" name="Google Shape;2697;p233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Description automatically generated" id="2698" name="Google Shape;2698;p2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map of the united kingdom&#10;&#10;Description automatically generated" id="2699" name="Google Shape;2699;p2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7213" y="1497648"/>
            <a:ext cx="3222981" cy="3969290"/>
          </a:xfrm>
          <a:prstGeom prst="rect">
            <a:avLst/>
          </a:prstGeom>
          <a:noFill/>
          <a:ln>
            <a:noFill/>
          </a:ln>
        </p:spPr>
      </p:pic>
      <p:sp>
        <p:nvSpPr>
          <p:cNvPr id="2700" name="Google Shape;2700;p233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7_Title and Content">
  <p:cSld name="157_Title and Content">
    <p:bg>
      <p:bgPr>
        <a:solidFill>
          <a:schemeClr val="lt1"/>
        </a:solidFill>
      </p:bgPr>
    </p:bg>
    <p:spTree>
      <p:nvGrpSpPr>
        <p:cNvPr id="2701" name="Shape 2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2" name="Google Shape;2702;p234"/>
          <p:cNvSpPr/>
          <p:nvPr/>
        </p:nvSpPr>
        <p:spPr>
          <a:xfrm>
            <a:off x="1" y="1628775"/>
            <a:ext cx="12192000" cy="52292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3" name="Google Shape;2703;p234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4" name="Google Shape;2704;p234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5" name="Google Shape;2705;p234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06" name="Google Shape;2706;p234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rgbClr val="169B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Description automatically generated" id="2707" name="Google Shape;2707;p2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8" name="Google Shape;2708;p234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8_Title and Content">
  <p:cSld name="158_Title and Content">
    <p:bg>
      <p:bgPr>
        <a:solidFill>
          <a:schemeClr val="lt1"/>
        </a:solidFill>
      </p:bgPr>
    </p:bg>
    <p:spTree>
      <p:nvGrpSpPr>
        <p:cNvPr id="2709" name="Shape 2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0" name="Google Shape;2710;p235"/>
          <p:cNvSpPr/>
          <p:nvPr/>
        </p:nvSpPr>
        <p:spPr>
          <a:xfrm>
            <a:off x="0" y="1628775"/>
            <a:ext cx="12192000" cy="52292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1" name="Google Shape;2711;p235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2" name="Google Shape;2712;p235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3" name="Google Shape;2713;p235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14" name="Google Shape;2714;p235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rgbClr val="169B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Description automatically generated" id="2715" name="Google Shape;2715;p2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6" name="Google Shape;2716;p235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9_Title and Content">
  <p:cSld name="159_Title and Content">
    <p:bg>
      <p:bgPr>
        <a:solidFill>
          <a:schemeClr val="lt1"/>
        </a:solidFill>
      </p:bgPr>
    </p:bg>
    <p:spTree>
      <p:nvGrpSpPr>
        <p:cNvPr id="2717" name="Shape 2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8" name="Google Shape;2718;p236"/>
          <p:cNvSpPr/>
          <p:nvPr/>
        </p:nvSpPr>
        <p:spPr>
          <a:xfrm>
            <a:off x="1" y="1628775"/>
            <a:ext cx="12192000" cy="52292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9" name="Google Shape;2719;p236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0" name="Google Shape;2720;p236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1" name="Google Shape;2721;p236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22" name="Google Shape;2722;p236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rgbClr val="169B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Description automatically generated" id="2723" name="Google Shape;2723;p2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4" name="Google Shape;2724;p236"/>
          <p:cNvSpPr/>
          <p:nvPr/>
        </p:nvSpPr>
        <p:spPr>
          <a:xfrm flipH="1">
            <a:off x="0" y="4149725"/>
            <a:ext cx="12192000" cy="71913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5" name="Google Shape;2725;p236"/>
          <p:cNvSpPr txBox="1"/>
          <p:nvPr>
            <p:ph idx="1" type="body"/>
          </p:nvPr>
        </p:nvSpPr>
        <p:spPr>
          <a:xfrm>
            <a:off x="4333960" y="4263621"/>
            <a:ext cx="1004717" cy="495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000" lIns="180000" spcFirstLastPara="1" rIns="180000" wrap="square" tIns="1080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26" name="Google Shape;2726;p236"/>
          <p:cNvSpPr txBox="1"/>
          <p:nvPr>
            <p:ph idx="2" type="body"/>
          </p:nvPr>
        </p:nvSpPr>
        <p:spPr>
          <a:xfrm>
            <a:off x="5016500" y="2708275"/>
            <a:ext cx="2159000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27" name="Google Shape;2727;p236"/>
          <p:cNvSpPr txBox="1"/>
          <p:nvPr>
            <p:ph idx="3" type="body"/>
          </p:nvPr>
        </p:nvSpPr>
        <p:spPr>
          <a:xfrm>
            <a:off x="7537450" y="2707241"/>
            <a:ext cx="2159000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28" name="Google Shape;2728;p236"/>
          <p:cNvSpPr txBox="1"/>
          <p:nvPr>
            <p:ph idx="4" type="body"/>
          </p:nvPr>
        </p:nvSpPr>
        <p:spPr>
          <a:xfrm>
            <a:off x="2497138" y="2708275"/>
            <a:ext cx="2159000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29" name="Google Shape;2729;p236"/>
          <p:cNvSpPr txBox="1"/>
          <p:nvPr>
            <p:ph idx="5" type="body"/>
          </p:nvPr>
        </p:nvSpPr>
        <p:spPr>
          <a:xfrm>
            <a:off x="6280945" y="5226602"/>
            <a:ext cx="21605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30" name="Google Shape;2730;p236"/>
          <p:cNvSpPr txBox="1"/>
          <p:nvPr>
            <p:ph idx="6" type="body"/>
          </p:nvPr>
        </p:nvSpPr>
        <p:spPr>
          <a:xfrm>
            <a:off x="8796338" y="5226602"/>
            <a:ext cx="2162173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31" name="Google Shape;2731;p236"/>
          <p:cNvSpPr txBox="1"/>
          <p:nvPr>
            <p:ph idx="7" type="body"/>
          </p:nvPr>
        </p:nvSpPr>
        <p:spPr>
          <a:xfrm>
            <a:off x="3747297" y="5223638"/>
            <a:ext cx="2162172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32" name="Google Shape;2732;p236"/>
          <p:cNvSpPr txBox="1"/>
          <p:nvPr>
            <p:ph idx="8" type="body"/>
          </p:nvPr>
        </p:nvSpPr>
        <p:spPr>
          <a:xfrm>
            <a:off x="1235075" y="5226602"/>
            <a:ext cx="2160588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33" name="Google Shape;2733;p236"/>
          <p:cNvSpPr txBox="1"/>
          <p:nvPr>
            <p:ph idx="9" type="body"/>
          </p:nvPr>
        </p:nvSpPr>
        <p:spPr>
          <a:xfrm>
            <a:off x="3074279" y="4263621"/>
            <a:ext cx="1004717" cy="495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000" lIns="180000" spcFirstLastPara="1" rIns="180000" wrap="square" tIns="1080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34" name="Google Shape;2734;p236"/>
          <p:cNvSpPr txBox="1"/>
          <p:nvPr>
            <p:ph idx="13" type="body"/>
          </p:nvPr>
        </p:nvSpPr>
        <p:spPr>
          <a:xfrm>
            <a:off x="1814598" y="4263621"/>
            <a:ext cx="1004717" cy="495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000" lIns="180000" spcFirstLastPara="1" rIns="180000" wrap="square" tIns="1080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35" name="Google Shape;2735;p236"/>
          <p:cNvSpPr txBox="1"/>
          <p:nvPr>
            <p:ph idx="14" type="body"/>
          </p:nvPr>
        </p:nvSpPr>
        <p:spPr>
          <a:xfrm>
            <a:off x="5593641" y="4263621"/>
            <a:ext cx="1004717" cy="495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000" lIns="180000" spcFirstLastPara="1" rIns="180000" wrap="square" tIns="1080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36" name="Google Shape;2736;p236"/>
          <p:cNvSpPr txBox="1"/>
          <p:nvPr>
            <p:ph idx="15" type="body"/>
          </p:nvPr>
        </p:nvSpPr>
        <p:spPr>
          <a:xfrm>
            <a:off x="6853322" y="4263621"/>
            <a:ext cx="1004717" cy="495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000" lIns="180000" spcFirstLastPara="1" rIns="180000" wrap="square" tIns="1080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37" name="Google Shape;2737;p236"/>
          <p:cNvSpPr txBox="1"/>
          <p:nvPr>
            <p:ph idx="16" type="body"/>
          </p:nvPr>
        </p:nvSpPr>
        <p:spPr>
          <a:xfrm>
            <a:off x="9372684" y="4263621"/>
            <a:ext cx="1004717" cy="495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000" lIns="180000" spcFirstLastPara="1" rIns="180000" wrap="square" tIns="1080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38" name="Google Shape;2738;p236"/>
          <p:cNvSpPr txBox="1"/>
          <p:nvPr>
            <p:ph idx="17" type="body"/>
          </p:nvPr>
        </p:nvSpPr>
        <p:spPr>
          <a:xfrm>
            <a:off x="8113003" y="4263621"/>
            <a:ext cx="1004717" cy="495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000" lIns="180000" spcFirstLastPara="1" rIns="180000" wrap="square" tIns="1080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39" name="Google Shape;2739;p236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0_Title and Content">
  <p:cSld name="160_Title and Content">
    <p:bg>
      <p:bgPr>
        <a:solidFill>
          <a:schemeClr val="lt1"/>
        </a:solidFill>
      </p:bgPr>
    </p:bg>
    <p:spTree>
      <p:nvGrpSpPr>
        <p:cNvPr id="2740" name="Shape 2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1" name="Google Shape;2741;p237"/>
          <p:cNvSpPr/>
          <p:nvPr/>
        </p:nvSpPr>
        <p:spPr>
          <a:xfrm>
            <a:off x="1" y="1628775"/>
            <a:ext cx="12192000" cy="5229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2" name="Google Shape;2742;p237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3" name="Google Shape;2743;p237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4" name="Google Shape;2744;p237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45" name="Google Shape;2745;p237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Description automatically generated" id="2746" name="Google Shape;2746;p2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00" y="6498000"/>
            <a:ext cx="698400" cy="2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7" name="Google Shape;2747;p237"/>
          <p:cNvSpPr/>
          <p:nvPr/>
        </p:nvSpPr>
        <p:spPr>
          <a:xfrm>
            <a:off x="696119" y="2349501"/>
            <a:ext cx="2160588" cy="14414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48" name="Google Shape;2748;p237"/>
          <p:cNvCxnSpPr/>
          <p:nvPr/>
        </p:nvCxnSpPr>
        <p:spPr>
          <a:xfrm>
            <a:off x="793" y="4149725"/>
            <a:ext cx="11675270" cy="0"/>
          </a:xfrm>
          <a:prstGeom prst="straightConnector1">
            <a:avLst/>
          </a:prstGeom>
          <a:noFill/>
          <a:ln cap="rnd" cmpd="sng" w="12700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49" name="Google Shape;2749;p237"/>
          <p:cNvSpPr txBox="1"/>
          <p:nvPr>
            <p:ph idx="1" type="body"/>
          </p:nvPr>
        </p:nvSpPr>
        <p:spPr>
          <a:xfrm>
            <a:off x="875506" y="2528886"/>
            <a:ext cx="1800225" cy="1081089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50" name="Google Shape;2750;p237"/>
          <p:cNvSpPr txBox="1"/>
          <p:nvPr>
            <p:ph idx="2" type="body"/>
          </p:nvPr>
        </p:nvSpPr>
        <p:spPr>
          <a:xfrm>
            <a:off x="1235074" y="2170113"/>
            <a:ext cx="1081088" cy="3603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1" anchor="ctr" bIns="54000" lIns="144000" spcFirstLastPara="1" rIns="144000" wrap="square" tIns="540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sz="1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51" name="Google Shape;2751;p237"/>
          <p:cNvSpPr/>
          <p:nvPr/>
        </p:nvSpPr>
        <p:spPr>
          <a:xfrm>
            <a:off x="3217068" y="2347913"/>
            <a:ext cx="2160588" cy="14414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2" name="Google Shape;2752;p237"/>
          <p:cNvSpPr txBox="1"/>
          <p:nvPr>
            <p:ph idx="3" type="body"/>
          </p:nvPr>
        </p:nvSpPr>
        <p:spPr>
          <a:xfrm>
            <a:off x="3396455" y="2528886"/>
            <a:ext cx="1800225" cy="1079501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53" name="Google Shape;2753;p237"/>
          <p:cNvSpPr txBox="1"/>
          <p:nvPr>
            <p:ph idx="4" type="body"/>
          </p:nvPr>
        </p:nvSpPr>
        <p:spPr>
          <a:xfrm>
            <a:off x="3756023" y="2168525"/>
            <a:ext cx="1081088" cy="3603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1" anchor="ctr" bIns="54000" lIns="144000" spcFirstLastPara="1" rIns="144000" wrap="square" tIns="540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sz="1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54" name="Google Shape;2754;p237"/>
          <p:cNvSpPr/>
          <p:nvPr/>
        </p:nvSpPr>
        <p:spPr>
          <a:xfrm>
            <a:off x="5737224" y="2349501"/>
            <a:ext cx="2160588" cy="14414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5" name="Google Shape;2755;p237"/>
          <p:cNvSpPr txBox="1"/>
          <p:nvPr>
            <p:ph idx="5" type="body"/>
          </p:nvPr>
        </p:nvSpPr>
        <p:spPr>
          <a:xfrm>
            <a:off x="5916611" y="2528888"/>
            <a:ext cx="1800225" cy="1081087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56" name="Google Shape;2756;p237"/>
          <p:cNvSpPr txBox="1"/>
          <p:nvPr>
            <p:ph idx="6" type="body"/>
          </p:nvPr>
        </p:nvSpPr>
        <p:spPr>
          <a:xfrm>
            <a:off x="6276179" y="2170113"/>
            <a:ext cx="1081088" cy="3603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1" anchor="ctr" bIns="54000" lIns="144000" spcFirstLastPara="1" rIns="144000" wrap="square" tIns="540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sz="1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57" name="Google Shape;2757;p237"/>
          <p:cNvSpPr/>
          <p:nvPr/>
        </p:nvSpPr>
        <p:spPr>
          <a:xfrm>
            <a:off x="8256587" y="2347913"/>
            <a:ext cx="2160588" cy="14414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8" name="Google Shape;2758;p237"/>
          <p:cNvSpPr txBox="1"/>
          <p:nvPr>
            <p:ph idx="7" type="body"/>
          </p:nvPr>
        </p:nvSpPr>
        <p:spPr>
          <a:xfrm>
            <a:off x="8435974" y="2528886"/>
            <a:ext cx="1800225" cy="1079501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59" name="Google Shape;2759;p237"/>
          <p:cNvSpPr txBox="1"/>
          <p:nvPr>
            <p:ph idx="8" type="body"/>
          </p:nvPr>
        </p:nvSpPr>
        <p:spPr>
          <a:xfrm>
            <a:off x="8795542" y="2168525"/>
            <a:ext cx="1081088" cy="3603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1" anchor="ctr" bIns="54000" lIns="144000" spcFirstLastPara="1" rIns="144000" wrap="square" tIns="540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sz="1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60" name="Google Shape;2760;p237"/>
          <p:cNvSpPr/>
          <p:nvPr/>
        </p:nvSpPr>
        <p:spPr>
          <a:xfrm>
            <a:off x="1955800" y="4508500"/>
            <a:ext cx="2160588" cy="14414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1" name="Google Shape;2761;p237"/>
          <p:cNvSpPr txBox="1"/>
          <p:nvPr>
            <p:ph idx="9" type="body"/>
          </p:nvPr>
        </p:nvSpPr>
        <p:spPr>
          <a:xfrm>
            <a:off x="2135187" y="4689475"/>
            <a:ext cx="1800225" cy="1077911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62" name="Google Shape;2762;p237"/>
          <p:cNvSpPr txBox="1"/>
          <p:nvPr>
            <p:ph idx="13" type="body"/>
          </p:nvPr>
        </p:nvSpPr>
        <p:spPr>
          <a:xfrm>
            <a:off x="2495550" y="5769769"/>
            <a:ext cx="1081088" cy="3603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1" anchor="ctr" bIns="54000" lIns="144000" spcFirstLastPara="1" rIns="144000" wrap="square" tIns="540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sz="1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63" name="Google Shape;2763;p237"/>
          <p:cNvSpPr/>
          <p:nvPr/>
        </p:nvSpPr>
        <p:spPr>
          <a:xfrm>
            <a:off x="4475956" y="4506912"/>
            <a:ext cx="2160588" cy="14414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4" name="Google Shape;2764;p237"/>
          <p:cNvSpPr txBox="1"/>
          <p:nvPr>
            <p:ph idx="14" type="body"/>
          </p:nvPr>
        </p:nvSpPr>
        <p:spPr>
          <a:xfrm>
            <a:off x="4655343" y="4687887"/>
            <a:ext cx="1800225" cy="1081087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65" name="Google Shape;2765;p237"/>
          <p:cNvSpPr txBox="1"/>
          <p:nvPr>
            <p:ph idx="15" type="body"/>
          </p:nvPr>
        </p:nvSpPr>
        <p:spPr>
          <a:xfrm>
            <a:off x="5015706" y="5768181"/>
            <a:ext cx="1081088" cy="3603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1" anchor="ctr" bIns="54000" lIns="144000" spcFirstLastPara="1" rIns="144000" wrap="square" tIns="540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sz="1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66" name="Google Shape;2766;p237"/>
          <p:cNvSpPr/>
          <p:nvPr/>
        </p:nvSpPr>
        <p:spPr>
          <a:xfrm>
            <a:off x="6996113" y="4508500"/>
            <a:ext cx="2160588" cy="14414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7" name="Google Shape;2767;p237"/>
          <p:cNvSpPr txBox="1"/>
          <p:nvPr>
            <p:ph idx="16" type="body"/>
          </p:nvPr>
        </p:nvSpPr>
        <p:spPr>
          <a:xfrm>
            <a:off x="7175500" y="4689475"/>
            <a:ext cx="1800225" cy="1079499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68" name="Google Shape;2768;p237"/>
          <p:cNvSpPr txBox="1"/>
          <p:nvPr>
            <p:ph idx="17" type="body"/>
          </p:nvPr>
        </p:nvSpPr>
        <p:spPr>
          <a:xfrm>
            <a:off x="7535863" y="5769769"/>
            <a:ext cx="1081088" cy="3603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1" anchor="ctr" bIns="54000" lIns="144000" spcFirstLastPara="1" rIns="144000" wrap="square" tIns="540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sz="1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69" name="Google Shape;2769;p237"/>
          <p:cNvSpPr/>
          <p:nvPr/>
        </p:nvSpPr>
        <p:spPr>
          <a:xfrm>
            <a:off x="9517063" y="4508500"/>
            <a:ext cx="2160588" cy="14414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0" name="Google Shape;2770;p237"/>
          <p:cNvSpPr txBox="1"/>
          <p:nvPr>
            <p:ph idx="18" type="body"/>
          </p:nvPr>
        </p:nvSpPr>
        <p:spPr>
          <a:xfrm>
            <a:off x="9696450" y="4689476"/>
            <a:ext cx="1800225" cy="107791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71" name="Google Shape;2771;p237"/>
          <p:cNvSpPr txBox="1"/>
          <p:nvPr>
            <p:ph idx="19" type="body"/>
          </p:nvPr>
        </p:nvSpPr>
        <p:spPr>
          <a:xfrm>
            <a:off x="10056813" y="5769769"/>
            <a:ext cx="1081088" cy="3603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1" anchor="ctr" bIns="54000" lIns="144000" spcFirstLastPara="1" rIns="144000" wrap="square" tIns="540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sz="1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72" name="Google Shape;2772;p237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1_Title and Content">
  <p:cSld name="161_Title and Content">
    <p:bg>
      <p:bgPr>
        <a:solidFill>
          <a:schemeClr val="lt1"/>
        </a:solidFill>
      </p:bgPr>
    </p:bg>
    <p:spTree>
      <p:nvGrpSpPr>
        <p:cNvPr id="2773" name="Shape 2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4" name="Google Shape;2774;p238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5" name="Google Shape;2775;p238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6" name="Google Shape;2776;p238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77" name="Google Shape;2777;p238"/>
          <p:cNvSpPr txBox="1"/>
          <p:nvPr>
            <p:ph idx="1" type="body"/>
          </p:nvPr>
        </p:nvSpPr>
        <p:spPr>
          <a:xfrm>
            <a:off x="695325" y="3436760"/>
            <a:ext cx="16488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78" name="Google Shape;2778;p238"/>
          <p:cNvSpPr txBox="1"/>
          <p:nvPr>
            <p:ph idx="2" type="body"/>
          </p:nvPr>
        </p:nvSpPr>
        <p:spPr>
          <a:xfrm>
            <a:off x="9845999" y="3436760"/>
            <a:ext cx="1649807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79" name="Google Shape;2779;p238"/>
          <p:cNvSpPr/>
          <p:nvPr>
            <p:ph idx="3" type="pic"/>
          </p:nvPr>
        </p:nvSpPr>
        <p:spPr>
          <a:xfrm>
            <a:off x="694800" y="1627201"/>
            <a:ext cx="1648800" cy="1622412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780" name="Google Shape;2780;p238"/>
          <p:cNvSpPr/>
          <p:nvPr>
            <p:ph idx="4" type="pic"/>
          </p:nvPr>
        </p:nvSpPr>
        <p:spPr>
          <a:xfrm>
            <a:off x="9846000" y="1627201"/>
            <a:ext cx="1648800" cy="1622412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781" name="Google Shape;2781;p238"/>
          <p:cNvSpPr/>
          <p:nvPr>
            <p:ph idx="5" type="pic"/>
          </p:nvPr>
        </p:nvSpPr>
        <p:spPr>
          <a:xfrm>
            <a:off x="2525040" y="1627201"/>
            <a:ext cx="1648800" cy="1622412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782" name="Google Shape;2782;p238"/>
          <p:cNvSpPr/>
          <p:nvPr>
            <p:ph idx="6" type="pic"/>
          </p:nvPr>
        </p:nvSpPr>
        <p:spPr>
          <a:xfrm>
            <a:off x="4355280" y="1627201"/>
            <a:ext cx="1648800" cy="1622412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783" name="Google Shape;2783;p238"/>
          <p:cNvSpPr/>
          <p:nvPr>
            <p:ph idx="7" type="pic"/>
          </p:nvPr>
        </p:nvSpPr>
        <p:spPr>
          <a:xfrm>
            <a:off x="6185520" y="1627201"/>
            <a:ext cx="1648800" cy="1622412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784" name="Google Shape;2784;p238"/>
          <p:cNvSpPr/>
          <p:nvPr>
            <p:ph idx="8" type="pic"/>
          </p:nvPr>
        </p:nvSpPr>
        <p:spPr>
          <a:xfrm>
            <a:off x="8015760" y="1627201"/>
            <a:ext cx="1648800" cy="1622412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785" name="Google Shape;2785;p238"/>
          <p:cNvSpPr txBox="1"/>
          <p:nvPr>
            <p:ph idx="9" type="body"/>
          </p:nvPr>
        </p:nvSpPr>
        <p:spPr>
          <a:xfrm>
            <a:off x="2525460" y="3436760"/>
            <a:ext cx="16488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86" name="Google Shape;2786;p238"/>
          <p:cNvSpPr txBox="1"/>
          <p:nvPr>
            <p:ph idx="13" type="body"/>
          </p:nvPr>
        </p:nvSpPr>
        <p:spPr>
          <a:xfrm>
            <a:off x="4355595" y="3436760"/>
            <a:ext cx="16488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87" name="Google Shape;2787;p238"/>
          <p:cNvSpPr txBox="1"/>
          <p:nvPr>
            <p:ph idx="14" type="body"/>
          </p:nvPr>
        </p:nvSpPr>
        <p:spPr>
          <a:xfrm>
            <a:off x="6185730" y="3436760"/>
            <a:ext cx="16488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88" name="Google Shape;2788;p238"/>
          <p:cNvSpPr txBox="1"/>
          <p:nvPr>
            <p:ph idx="15" type="body"/>
          </p:nvPr>
        </p:nvSpPr>
        <p:spPr>
          <a:xfrm>
            <a:off x="8015865" y="3436760"/>
            <a:ext cx="16488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89" name="Google Shape;2789;p238"/>
          <p:cNvSpPr txBox="1"/>
          <p:nvPr>
            <p:ph idx="16" type="body"/>
          </p:nvPr>
        </p:nvSpPr>
        <p:spPr>
          <a:xfrm>
            <a:off x="711074" y="5778309"/>
            <a:ext cx="16488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90" name="Google Shape;2790;p238"/>
          <p:cNvSpPr txBox="1"/>
          <p:nvPr>
            <p:ph idx="17" type="body"/>
          </p:nvPr>
        </p:nvSpPr>
        <p:spPr>
          <a:xfrm>
            <a:off x="9861748" y="5778309"/>
            <a:ext cx="1649807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91" name="Google Shape;2791;p238"/>
          <p:cNvSpPr/>
          <p:nvPr>
            <p:ph idx="18" type="pic"/>
          </p:nvPr>
        </p:nvSpPr>
        <p:spPr>
          <a:xfrm>
            <a:off x="710549" y="3968750"/>
            <a:ext cx="1648800" cy="1622412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792" name="Google Shape;2792;p238"/>
          <p:cNvSpPr/>
          <p:nvPr>
            <p:ph idx="19" type="pic"/>
          </p:nvPr>
        </p:nvSpPr>
        <p:spPr>
          <a:xfrm>
            <a:off x="9861749" y="3968750"/>
            <a:ext cx="1648800" cy="1622412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793" name="Google Shape;2793;p238"/>
          <p:cNvSpPr/>
          <p:nvPr>
            <p:ph idx="20" type="pic"/>
          </p:nvPr>
        </p:nvSpPr>
        <p:spPr>
          <a:xfrm>
            <a:off x="2540789" y="3968750"/>
            <a:ext cx="1648800" cy="1622412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794" name="Google Shape;2794;p238"/>
          <p:cNvSpPr/>
          <p:nvPr>
            <p:ph idx="21" type="pic"/>
          </p:nvPr>
        </p:nvSpPr>
        <p:spPr>
          <a:xfrm>
            <a:off x="4371029" y="3968750"/>
            <a:ext cx="1648800" cy="1622412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795" name="Google Shape;2795;p238"/>
          <p:cNvSpPr/>
          <p:nvPr>
            <p:ph idx="22" type="pic"/>
          </p:nvPr>
        </p:nvSpPr>
        <p:spPr>
          <a:xfrm>
            <a:off x="6201269" y="3968750"/>
            <a:ext cx="1648800" cy="1622412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796" name="Google Shape;2796;p238"/>
          <p:cNvSpPr/>
          <p:nvPr>
            <p:ph idx="23" type="pic"/>
          </p:nvPr>
        </p:nvSpPr>
        <p:spPr>
          <a:xfrm>
            <a:off x="8031509" y="3968750"/>
            <a:ext cx="1648800" cy="1622412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797" name="Google Shape;2797;p238"/>
          <p:cNvSpPr txBox="1"/>
          <p:nvPr>
            <p:ph idx="24" type="body"/>
          </p:nvPr>
        </p:nvSpPr>
        <p:spPr>
          <a:xfrm>
            <a:off x="2541209" y="5778309"/>
            <a:ext cx="16488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98" name="Google Shape;2798;p238"/>
          <p:cNvSpPr txBox="1"/>
          <p:nvPr>
            <p:ph idx="25" type="body"/>
          </p:nvPr>
        </p:nvSpPr>
        <p:spPr>
          <a:xfrm>
            <a:off x="4371344" y="5778309"/>
            <a:ext cx="16488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99" name="Google Shape;2799;p238"/>
          <p:cNvSpPr txBox="1"/>
          <p:nvPr>
            <p:ph idx="26" type="body"/>
          </p:nvPr>
        </p:nvSpPr>
        <p:spPr>
          <a:xfrm>
            <a:off x="6201479" y="5778309"/>
            <a:ext cx="16488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00" name="Google Shape;2800;p238"/>
          <p:cNvSpPr txBox="1"/>
          <p:nvPr>
            <p:ph idx="27" type="body"/>
          </p:nvPr>
        </p:nvSpPr>
        <p:spPr>
          <a:xfrm>
            <a:off x="8031614" y="5778309"/>
            <a:ext cx="1648800" cy="5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01" name="Google Shape;2801;p238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Only">
  <p:cSld name="7_Title Only">
    <p:spTree>
      <p:nvGrpSpPr>
        <p:cNvPr id="2802" name="Shape 2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3" name="Google Shape;2803;p239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4" name="Google Shape;2804;p239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5" name="Google Shape;2805;p239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06" name="Google Shape;2806;p239"/>
          <p:cNvSpPr/>
          <p:nvPr>
            <p:ph idx="2" type="pic"/>
          </p:nvPr>
        </p:nvSpPr>
        <p:spPr>
          <a:xfrm>
            <a:off x="694800" y="1627200"/>
            <a:ext cx="2016000" cy="3240087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807" name="Google Shape;2807;p239"/>
          <p:cNvSpPr/>
          <p:nvPr>
            <p:ph idx="3" type="pic"/>
          </p:nvPr>
        </p:nvSpPr>
        <p:spPr>
          <a:xfrm>
            <a:off x="9478800" y="1627200"/>
            <a:ext cx="2016000" cy="3240087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808" name="Google Shape;2808;p239"/>
          <p:cNvSpPr/>
          <p:nvPr>
            <p:ph idx="4" type="pic"/>
          </p:nvPr>
        </p:nvSpPr>
        <p:spPr>
          <a:xfrm>
            <a:off x="2890800" y="1627200"/>
            <a:ext cx="2016001" cy="3240087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809" name="Google Shape;2809;p239"/>
          <p:cNvSpPr/>
          <p:nvPr>
            <p:ph idx="5" type="pic"/>
          </p:nvPr>
        </p:nvSpPr>
        <p:spPr>
          <a:xfrm>
            <a:off x="5086801" y="1627200"/>
            <a:ext cx="2016000" cy="3240087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810" name="Google Shape;2810;p239"/>
          <p:cNvSpPr/>
          <p:nvPr>
            <p:ph idx="6" type="pic"/>
          </p:nvPr>
        </p:nvSpPr>
        <p:spPr>
          <a:xfrm>
            <a:off x="7282801" y="1627200"/>
            <a:ext cx="2015999" cy="3240087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811" name="Google Shape;2811;p239"/>
          <p:cNvSpPr txBox="1"/>
          <p:nvPr>
            <p:ph idx="1" type="body"/>
          </p:nvPr>
        </p:nvSpPr>
        <p:spPr>
          <a:xfrm>
            <a:off x="694800" y="5058001"/>
            <a:ext cx="2016000" cy="1252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12" name="Google Shape;2812;p239"/>
          <p:cNvSpPr txBox="1"/>
          <p:nvPr>
            <p:ph idx="7" type="body"/>
          </p:nvPr>
        </p:nvSpPr>
        <p:spPr>
          <a:xfrm>
            <a:off x="9479807" y="5058000"/>
            <a:ext cx="2016000" cy="1252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13" name="Google Shape;2813;p239"/>
          <p:cNvSpPr txBox="1"/>
          <p:nvPr>
            <p:ph idx="8" type="body"/>
          </p:nvPr>
        </p:nvSpPr>
        <p:spPr>
          <a:xfrm>
            <a:off x="2891052" y="5058000"/>
            <a:ext cx="2016000" cy="1252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14" name="Google Shape;2814;p239"/>
          <p:cNvSpPr txBox="1"/>
          <p:nvPr>
            <p:ph idx="9" type="body"/>
          </p:nvPr>
        </p:nvSpPr>
        <p:spPr>
          <a:xfrm>
            <a:off x="5087304" y="5058794"/>
            <a:ext cx="2016000" cy="1252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15" name="Google Shape;2815;p239"/>
          <p:cNvSpPr txBox="1"/>
          <p:nvPr>
            <p:ph idx="13" type="body"/>
          </p:nvPr>
        </p:nvSpPr>
        <p:spPr>
          <a:xfrm>
            <a:off x="7283556" y="5058794"/>
            <a:ext cx="2016000" cy="1252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16" name="Google Shape;2816;p239"/>
          <p:cNvSpPr txBox="1"/>
          <p:nvPr>
            <p:ph idx="14" type="body"/>
          </p:nvPr>
        </p:nvSpPr>
        <p:spPr>
          <a:xfrm>
            <a:off x="694799" y="4147287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17" name="Google Shape;2817;p239"/>
          <p:cNvSpPr txBox="1"/>
          <p:nvPr>
            <p:ph idx="15" type="body"/>
          </p:nvPr>
        </p:nvSpPr>
        <p:spPr>
          <a:xfrm>
            <a:off x="2890800" y="4147287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18" name="Google Shape;2818;p239"/>
          <p:cNvSpPr txBox="1"/>
          <p:nvPr>
            <p:ph idx="16" type="body"/>
          </p:nvPr>
        </p:nvSpPr>
        <p:spPr>
          <a:xfrm>
            <a:off x="5086801" y="4147200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19" name="Google Shape;2819;p239"/>
          <p:cNvSpPr txBox="1"/>
          <p:nvPr>
            <p:ph idx="17" type="body"/>
          </p:nvPr>
        </p:nvSpPr>
        <p:spPr>
          <a:xfrm>
            <a:off x="7282801" y="4147200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20" name="Google Shape;2820;p239"/>
          <p:cNvSpPr txBox="1"/>
          <p:nvPr>
            <p:ph idx="18" type="body"/>
          </p:nvPr>
        </p:nvSpPr>
        <p:spPr>
          <a:xfrm>
            <a:off x="9478800" y="4147200"/>
            <a:ext cx="18007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21" name="Google Shape;2821;p239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4_Title and Content">
  <p:cSld name="164_Title and Content">
    <p:spTree>
      <p:nvGrpSpPr>
        <p:cNvPr id="2822" name="Shape 2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3" name="Google Shape;2823;p240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4" name="Google Shape;2824;p240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5" name="Google Shape;2825;p240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26" name="Google Shape;2826;p240"/>
          <p:cNvSpPr/>
          <p:nvPr>
            <p:ph idx="2" type="pic"/>
          </p:nvPr>
        </p:nvSpPr>
        <p:spPr>
          <a:xfrm>
            <a:off x="5377811" y="1845359"/>
            <a:ext cx="1440000" cy="14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827" name="Google Shape;2827;p240"/>
          <p:cNvSpPr txBox="1"/>
          <p:nvPr>
            <p:ph idx="1" type="body"/>
          </p:nvPr>
        </p:nvSpPr>
        <p:spPr>
          <a:xfrm>
            <a:off x="5016500" y="3288959"/>
            <a:ext cx="2159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28" name="Google Shape;2828;p240"/>
          <p:cNvSpPr/>
          <p:nvPr>
            <p:ph idx="3" type="pic"/>
          </p:nvPr>
        </p:nvSpPr>
        <p:spPr>
          <a:xfrm>
            <a:off x="3036249" y="1845359"/>
            <a:ext cx="1440000" cy="14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829" name="Google Shape;2829;p240"/>
          <p:cNvSpPr txBox="1"/>
          <p:nvPr>
            <p:ph idx="4" type="body"/>
          </p:nvPr>
        </p:nvSpPr>
        <p:spPr>
          <a:xfrm>
            <a:off x="2674938" y="3288959"/>
            <a:ext cx="2159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30" name="Google Shape;2830;p240"/>
          <p:cNvSpPr/>
          <p:nvPr>
            <p:ph idx="5" type="pic"/>
          </p:nvPr>
        </p:nvSpPr>
        <p:spPr>
          <a:xfrm>
            <a:off x="7719374" y="1845359"/>
            <a:ext cx="1440000" cy="14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831" name="Google Shape;2831;p240"/>
          <p:cNvSpPr txBox="1"/>
          <p:nvPr>
            <p:ph idx="6" type="body"/>
          </p:nvPr>
        </p:nvSpPr>
        <p:spPr>
          <a:xfrm>
            <a:off x="7358063" y="3288959"/>
            <a:ext cx="2159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32" name="Google Shape;2832;p240"/>
          <p:cNvSpPr/>
          <p:nvPr>
            <p:ph idx="7" type="pic"/>
          </p:nvPr>
        </p:nvSpPr>
        <p:spPr>
          <a:xfrm>
            <a:off x="10060936" y="1845359"/>
            <a:ext cx="1440000" cy="14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833" name="Google Shape;2833;p240"/>
          <p:cNvSpPr txBox="1"/>
          <p:nvPr>
            <p:ph idx="8" type="body"/>
          </p:nvPr>
        </p:nvSpPr>
        <p:spPr>
          <a:xfrm>
            <a:off x="9699625" y="3288959"/>
            <a:ext cx="2159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34" name="Google Shape;2834;p240"/>
          <p:cNvSpPr/>
          <p:nvPr>
            <p:ph idx="9" type="pic"/>
          </p:nvPr>
        </p:nvSpPr>
        <p:spPr>
          <a:xfrm>
            <a:off x="694686" y="1845359"/>
            <a:ext cx="1440000" cy="14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835" name="Google Shape;2835;p240"/>
          <p:cNvSpPr txBox="1"/>
          <p:nvPr>
            <p:ph idx="13" type="body"/>
          </p:nvPr>
        </p:nvSpPr>
        <p:spPr>
          <a:xfrm>
            <a:off x="333375" y="3288959"/>
            <a:ext cx="2159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36" name="Google Shape;2836;p240"/>
          <p:cNvSpPr/>
          <p:nvPr>
            <p:ph idx="14" type="pic"/>
          </p:nvPr>
        </p:nvSpPr>
        <p:spPr>
          <a:xfrm>
            <a:off x="5377811" y="3969580"/>
            <a:ext cx="1440000" cy="14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837" name="Google Shape;2837;p240"/>
          <p:cNvSpPr txBox="1"/>
          <p:nvPr>
            <p:ph idx="15" type="body"/>
          </p:nvPr>
        </p:nvSpPr>
        <p:spPr>
          <a:xfrm>
            <a:off x="5016500" y="5413180"/>
            <a:ext cx="2159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38" name="Google Shape;2838;p240"/>
          <p:cNvSpPr/>
          <p:nvPr>
            <p:ph idx="16" type="pic"/>
          </p:nvPr>
        </p:nvSpPr>
        <p:spPr>
          <a:xfrm>
            <a:off x="3036249" y="3969580"/>
            <a:ext cx="1440000" cy="14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839" name="Google Shape;2839;p240"/>
          <p:cNvSpPr txBox="1"/>
          <p:nvPr>
            <p:ph idx="17" type="body"/>
          </p:nvPr>
        </p:nvSpPr>
        <p:spPr>
          <a:xfrm>
            <a:off x="2674938" y="5413180"/>
            <a:ext cx="2159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40" name="Google Shape;2840;p240"/>
          <p:cNvSpPr/>
          <p:nvPr>
            <p:ph idx="18" type="pic"/>
          </p:nvPr>
        </p:nvSpPr>
        <p:spPr>
          <a:xfrm>
            <a:off x="7719374" y="3969580"/>
            <a:ext cx="1440000" cy="14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841" name="Google Shape;2841;p240"/>
          <p:cNvSpPr txBox="1"/>
          <p:nvPr>
            <p:ph idx="19" type="body"/>
          </p:nvPr>
        </p:nvSpPr>
        <p:spPr>
          <a:xfrm>
            <a:off x="7358063" y="5413180"/>
            <a:ext cx="2159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42" name="Google Shape;2842;p240"/>
          <p:cNvSpPr/>
          <p:nvPr>
            <p:ph idx="20" type="pic"/>
          </p:nvPr>
        </p:nvSpPr>
        <p:spPr>
          <a:xfrm>
            <a:off x="10060936" y="3969580"/>
            <a:ext cx="1440000" cy="14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843" name="Google Shape;2843;p240"/>
          <p:cNvSpPr txBox="1"/>
          <p:nvPr>
            <p:ph idx="21" type="body"/>
          </p:nvPr>
        </p:nvSpPr>
        <p:spPr>
          <a:xfrm>
            <a:off x="9699625" y="5413180"/>
            <a:ext cx="2159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44" name="Google Shape;2844;p240"/>
          <p:cNvSpPr/>
          <p:nvPr>
            <p:ph idx="22" type="pic"/>
          </p:nvPr>
        </p:nvSpPr>
        <p:spPr>
          <a:xfrm>
            <a:off x="694686" y="3969580"/>
            <a:ext cx="1440000" cy="14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845" name="Google Shape;2845;p240"/>
          <p:cNvSpPr txBox="1"/>
          <p:nvPr>
            <p:ph idx="23" type="body"/>
          </p:nvPr>
        </p:nvSpPr>
        <p:spPr>
          <a:xfrm>
            <a:off x="333375" y="5413180"/>
            <a:ext cx="2159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3175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048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2921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46" name="Google Shape;2846;p240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Text and Image Above and Below">
  <p:cSld name="27_Text and Image Above and Below">
    <p:spTree>
      <p:nvGrpSpPr>
        <p:cNvPr id="2847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8" name="Google Shape;2848;p241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9" name="Google Shape;2849;p241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50" name="Google Shape;2850;p241"/>
          <p:cNvSpPr/>
          <p:nvPr>
            <p:ph idx="2" type="pic"/>
          </p:nvPr>
        </p:nvSpPr>
        <p:spPr>
          <a:xfrm>
            <a:off x="694800" y="3435867"/>
            <a:ext cx="3481200" cy="198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851" name="Google Shape;2851;p241"/>
          <p:cNvSpPr/>
          <p:nvPr>
            <p:ph idx="3" type="pic"/>
          </p:nvPr>
        </p:nvSpPr>
        <p:spPr>
          <a:xfrm>
            <a:off x="8013387" y="3435867"/>
            <a:ext cx="3481413" cy="198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852" name="Google Shape;2852;p241"/>
          <p:cNvSpPr/>
          <p:nvPr>
            <p:ph idx="4" type="pic"/>
          </p:nvPr>
        </p:nvSpPr>
        <p:spPr>
          <a:xfrm>
            <a:off x="4354221" y="3435867"/>
            <a:ext cx="3480946" cy="198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853" name="Google Shape;2853;p241"/>
          <p:cNvSpPr txBox="1"/>
          <p:nvPr>
            <p:ph idx="1" type="body"/>
          </p:nvPr>
        </p:nvSpPr>
        <p:spPr>
          <a:xfrm>
            <a:off x="695325" y="5603251"/>
            <a:ext cx="3481200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54" name="Google Shape;2854;p241"/>
          <p:cNvSpPr txBox="1"/>
          <p:nvPr>
            <p:ph idx="5" type="body"/>
          </p:nvPr>
        </p:nvSpPr>
        <p:spPr>
          <a:xfrm>
            <a:off x="4355400" y="5603251"/>
            <a:ext cx="3481200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55" name="Google Shape;2855;p241"/>
          <p:cNvSpPr txBox="1"/>
          <p:nvPr>
            <p:ph idx="6" type="body"/>
          </p:nvPr>
        </p:nvSpPr>
        <p:spPr>
          <a:xfrm>
            <a:off x="8015475" y="5603251"/>
            <a:ext cx="3481200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56" name="Google Shape;2856;p241"/>
          <p:cNvSpPr txBox="1"/>
          <p:nvPr>
            <p:ph idx="7" type="body"/>
          </p:nvPr>
        </p:nvSpPr>
        <p:spPr>
          <a:xfrm>
            <a:off x="694799" y="4695929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57" name="Google Shape;2857;p241"/>
          <p:cNvSpPr txBox="1"/>
          <p:nvPr>
            <p:ph idx="8" type="body"/>
          </p:nvPr>
        </p:nvSpPr>
        <p:spPr>
          <a:xfrm>
            <a:off x="4354220" y="4695929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58" name="Google Shape;2858;p241"/>
          <p:cNvSpPr txBox="1"/>
          <p:nvPr>
            <p:ph idx="9" type="body"/>
          </p:nvPr>
        </p:nvSpPr>
        <p:spPr>
          <a:xfrm>
            <a:off x="8013387" y="4695929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59" name="Google Shape;2859;p241"/>
          <p:cNvSpPr/>
          <p:nvPr>
            <p:ph idx="13" type="pic"/>
          </p:nvPr>
        </p:nvSpPr>
        <p:spPr>
          <a:xfrm>
            <a:off x="694800" y="551643"/>
            <a:ext cx="3481200" cy="198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860" name="Google Shape;2860;p241"/>
          <p:cNvSpPr/>
          <p:nvPr>
            <p:ph idx="14" type="pic"/>
          </p:nvPr>
        </p:nvSpPr>
        <p:spPr>
          <a:xfrm>
            <a:off x="8013387" y="551643"/>
            <a:ext cx="3481413" cy="198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861" name="Google Shape;2861;p241"/>
          <p:cNvSpPr/>
          <p:nvPr>
            <p:ph idx="15" type="pic"/>
          </p:nvPr>
        </p:nvSpPr>
        <p:spPr>
          <a:xfrm>
            <a:off x="4354221" y="551643"/>
            <a:ext cx="3480946" cy="198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862" name="Google Shape;2862;p241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2863" name="Google Shape;2863;p241"/>
          <p:cNvSpPr txBox="1"/>
          <p:nvPr>
            <p:ph idx="16" type="body"/>
          </p:nvPr>
        </p:nvSpPr>
        <p:spPr>
          <a:xfrm>
            <a:off x="693450" y="2764451"/>
            <a:ext cx="3481200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64" name="Google Shape;2864;p241"/>
          <p:cNvSpPr txBox="1"/>
          <p:nvPr>
            <p:ph idx="17" type="body"/>
          </p:nvPr>
        </p:nvSpPr>
        <p:spPr>
          <a:xfrm>
            <a:off x="4353525" y="2764451"/>
            <a:ext cx="3481200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65" name="Google Shape;2865;p241"/>
          <p:cNvSpPr txBox="1"/>
          <p:nvPr>
            <p:ph idx="18" type="body"/>
          </p:nvPr>
        </p:nvSpPr>
        <p:spPr>
          <a:xfrm>
            <a:off x="8013600" y="2764451"/>
            <a:ext cx="3481200" cy="705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66" name="Google Shape;2866;p241"/>
          <p:cNvSpPr txBox="1"/>
          <p:nvPr>
            <p:ph idx="19" type="body"/>
          </p:nvPr>
        </p:nvSpPr>
        <p:spPr>
          <a:xfrm>
            <a:off x="695325" y="1808888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67" name="Google Shape;2867;p241"/>
          <p:cNvSpPr txBox="1"/>
          <p:nvPr>
            <p:ph idx="20" type="body"/>
          </p:nvPr>
        </p:nvSpPr>
        <p:spPr>
          <a:xfrm>
            <a:off x="4354746" y="1808888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68" name="Google Shape;2868;p241"/>
          <p:cNvSpPr txBox="1"/>
          <p:nvPr>
            <p:ph idx="21" type="body"/>
          </p:nvPr>
        </p:nvSpPr>
        <p:spPr>
          <a:xfrm>
            <a:off x="8013913" y="1808888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Text">
  <p:cSld name="11_Text">
    <p:spTree>
      <p:nvGrpSpPr>
        <p:cNvPr id="2869" name="Shape 2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0" name="Google Shape;2870;p242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1" name="Google Shape;2871;p242"/>
          <p:cNvSpPr txBox="1"/>
          <p:nvPr>
            <p:ph idx="1" type="body"/>
          </p:nvPr>
        </p:nvSpPr>
        <p:spPr>
          <a:xfrm>
            <a:off x="694799" y="1990800"/>
            <a:ext cx="5221814" cy="1797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72" name="Google Shape;2872;p242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3" name="Google Shape;2873;p242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74" name="Google Shape;2874;p242"/>
          <p:cNvSpPr txBox="1"/>
          <p:nvPr>
            <p:ph idx="2" type="body"/>
          </p:nvPr>
        </p:nvSpPr>
        <p:spPr>
          <a:xfrm>
            <a:off x="694799" y="4135357"/>
            <a:ext cx="5221815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75" name="Google Shape;2875;p242"/>
          <p:cNvSpPr txBox="1"/>
          <p:nvPr>
            <p:ph idx="3" type="body"/>
          </p:nvPr>
        </p:nvSpPr>
        <p:spPr>
          <a:xfrm>
            <a:off x="694799" y="1614253"/>
            <a:ext cx="5221815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76" name="Google Shape;2876;p242"/>
          <p:cNvSpPr txBox="1"/>
          <p:nvPr>
            <p:ph idx="4" type="body"/>
          </p:nvPr>
        </p:nvSpPr>
        <p:spPr>
          <a:xfrm>
            <a:off x="694799" y="4510800"/>
            <a:ext cx="5221814" cy="1797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77" name="Google Shape;2877;p242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2878" name="Google Shape;2878;p242"/>
          <p:cNvSpPr/>
          <p:nvPr>
            <p:ph idx="5" type="pic"/>
          </p:nvPr>
        </p:nvSpPr>
        <p:spPr>
          <a:xfrm>
            <a:off x="6096000" y="1633085"/>
            <a:ext cx="5398798" cy="4675639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879" name="Google Shape;2879;p242"/>
          <p:cNvSpPr txBox="1"/>
          <p:nvPr>
            <p:ph idx="6" type="body"/>
          </p:nvPr>
        </p:nvSpPr>
        <p:spPr>
          <a:xfrm>
            <a:off x="6096000" y="5588724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Text">
  <p:cSld name="12_Text">
    <p:spTree>
      <p:nvGrpSpPr>
        <p:cNvPr id="2880" name="Shape 2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1" name="Google Shape;2881;p243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2" name="Google Shape;2882;p243"/>
          <p:cNvSpPr txBox="1"/>
          <p:nvPr>
            <p:ph idx="1" type="body"/>
          </p:nvPr>
        </p:nvSpPr>
        <p:spPr>
          <a:xfrm>
            <a:off x="694800" y="1990800"/>
            <a:ext cx="5221814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83" name="Google Shape;2883;p243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4" name="Google Shape;2884;p243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85" name="Google Shape;2885;p243"/>
          <p:cNvSpPr txBox="1"/>
          <p:nvPr>
            <p:ph idx="2" type="body"/>
          </p:nvPr>
        </p:nvSpPr>
        <p:spPr>
          <a:xfrm>
            <a:off x="695325" y="4494779"/>
            <a:ext cx="5221814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86" name="Google Shape;2886;p243"/>
          <p:cNvSpPr txBox="1"/>
          <p:nvPr>
            <p:ph idx="3" type="body"/>
          </p:nvPr>
        </p:nvSpPr>
        <p:spPr>
          <a:xfrm>
            <a:off x="694800" y="3052800"/>
            <a:ext cx="5221814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87" name="Google Shape;2887;p243"/>
          <p:cNvSpPr txBox="1"/>
          <p:nvPr>
            <p:ph idx="4" type="body"/>
          </p:nvPr>
        </p:nvSpPr>
        <p:spPr>
          <a:xfrm>
            <a:off x="694800" y="1614253"/>
            <a:ext cx="5221814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88" name="Google Shape;2888;p243"/>
          <p:cNvSpPr txBox="1"/>
          <p:nvPr>
            <p:ph idx="5" type="body"/>
          </p:nvPr>
        </p:nvSpPr>
        <p:spPr>
          <a:xfrm>
            <a:off x="694799" y="4870800"/>
            <a:ext cx="5221814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89" name="Google Shape;2889;p243"/>
          <p:cNvSpPr txBox="1"/>
          <p:nvPr>
            <p:ph idx="6" type="body"/>
          </p:nvPr>
        </p:nvSpPr>
        <p:spPr>
          <a:xfrm>
            <a:off x="694800" y="3430800"/>
            <a:ext cx="5221814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90" name="Google Shape;2890;p243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  <p:sp>
        <p:nvSpPr>
          <p:cNvPr id="2891" name="Google Shape;2891;p243"/>
          <p:cNvSpPr/>
          <p:nvPr>
            <p:ph idx="7" type="pic"/>
          </p:nvPr>
        </p:nvSpPr>
        <p:spPr>
          <a:xfrm>
            <a:off x="6096000" y="1633085"/>
            <a:ext cx="5398798" cy="4675639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sp>
      <p:sp>
        <p:nvSpPr>
          <p:cNvPr id="2892" name="Google Shape;2892;p243"/>
          <p:cNvSpPr txBox="1"/>
          <p:nvPr>
            <p:ph idx="8" type="body"/>
          </p:nvPr>
        </p:nvSpPr>
        <p:spPr>
          <a:xfrm>
            <a:off x="6096000" y="5588724"/>
            <a:ext cx="252147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400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Title">
  <p:cSld name="19_Title">
    <p:bg>
      <p:bgPr>
        <a:solidFill>
          <a:schemeClr val="dk2"/>
        </a:solidFill>
      </p:bgPr>
    </p:bg>
    <p:spTree>
      <p:nvGrpSpPr>
        <p:cNvPr id="2893" name="Shape 2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4" name="Google Shape;2894;p244"/>
          <p:cNvSpPr txBox="1"/>
          <p:nvPr>
            <p:ph type="title"/>
          </p:nvPr>
        </p:nvSpPr>
        <p:spPr>
          <a:xfrm>
            <a:off x="695325" y="2708275"/>
            <a:ext cx="10801350" cy="144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Arial"/>
              <a:buNone/>
              <a:defRPr sz="8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5" name="Google Shape;2895;p244"/>
          <p:cNvSpPr txBox="1"/>
          <p:nvPr>
            <p:ph idx="1" type="body"/>
          </p:nvPr>
        </p:nvSpPr>
        <p:spPr>
          <a:xfrm>
            <a:off x="695325" y="4374685"/>
            <a:ext cx="10801350" cy="54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896" name="Google Shape;2896;p244"/>
          <p:cNvSpPr txBox="1"/>
          <p:nvPr>
            <p:ph idx="10" type="dt"/>
          </p:nvPr>
        </p:nvSpPr>
        <p:spPr>
          <a:xfrm>
            <a:off x="3395664" y="5320234"/>
            <a:ext cx="540067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7" name="Google Shape;2897;p244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98" name="Google Shape;2898;p244"/>
          <p:cNvSpPr/>
          <p:nvPr>
            <p:ph idx="2" type="pic"/>
          </p:nvPr>
        </p:nvSpPr>
        <p:spPr>
          <a:xfrm>
            <a:off x="2135188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2899" name="Google Shape;2899;p244"/>
          <p:cNvSpPr/>
          <p:nvPr>
            <p:ph idx="3" type="pic"/>
          </p:nvPr>
        </p:nvSpPr>
        <p:spPr>
          <a:xfrm>
            <a:off x="3575050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2900" name="Google Shape;2900;p244"/>
          <p:cNvSpPr/>
          <p:nvPr/>
        </p:nvSpPr>
        <p:spPr>
          <a:xfrm>
            <a:off x="622998" y="6436975"/>
            <a:ext cx="852100" cy="33462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1" name="Google Shape;2901;p244"/>
          <p:cNvSpPr txBox="1"/>
          <p:nvPr/>
        </p:nvSpPr>
        <p:spPr>
          <a:xfrm>
            <a:off x="11132285" y="6452085"/>
            <a:ext cx="16530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190" Type="http://schemas.openxmlformats.org/officeDocument/2006/relationships/slideLayout" Target="../slideLayouts/slideLayout18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194" Type="http://schemas.openxmlformats.org/officeDocument/2006/relationships/slideLayout" Target="../slideLayouts/slideLayout193.xml"/><Relationship Id="rId43" Type="http://schemas.openxmlformats.org/officeDocument/2006/relationships/slideLayout" Target="../slideLayouts/slideLayout42.xml"/><Relationship Id="rId193" Type="http://schemas.openxmlformats.org/officeDocument/2006/relationships/slideLayout" Target="../slideLayouts/slideLayout192.xml"/><Relationship Id="rId46" Type="http://schemas.openxmlformats.org/officeDocument/2006/relationships/slideLayout" Target="../slideLayouts/slideLayout45.xml"/><Relationship Id="rId192" Type="http://schemas.openxmlformats.org/officeDocument/2006/relationships/slideLayout" Target="../slideLayouts/slideLayout191.xml"/><Relationship Id="rId45" Type="http://schemas.openxmlformats.org/officeDocument/2006/relationships/slideLayout" Target="../slideLayouts/slideLayout44.xml"/><Relationship Id="rId191" Type="http://schemas.openxmlformats.org/officeDocument/2006/relationships/slideLayout" Target="../slideLayouts/slideLayout190.xml"/><Relationship Id="rId48" Type="http://schemas.openxmlformats.org/officeDocument/2006/relationships/slideLayout" Target="../slideLayouts/slideLayout47.xml"/><Relationship Id="rId187" Type="http://schemas.openxmlformats.org/officeDocument/2006/relationships/slideLayout" Target="../slideLayouts/slideLayout186.xml"/><Relationship Id="rId47" Type="http://schemas.openxmlformats.org/officeDocument/2006/relationships/slideLayout" Target="../slideLayouts/slideLayout46.xml"/><Relationship Id="rId186" Type="http://schemas.openxmlformats.org/officeDocument/2006/relationships/slideLayout" Target="../slideLayouts/slideLayout185.xml"/><Relationship Id="rId185" Type="http://schemas.openxmlformats.org/officeDocument/2006/relationships/slideLayout" Target="../slideLayouts/slideLayout184.xml"/><Relationship Id="rId49" Type="http://schemas.openxmlformats.org/officeDocument/2006/relationships/slideLayout" Target="../slideLayouts/slideLayout48.xml"/><Relationship Id="rId184" Type="http://schemas.openxmlformats.org/officeDocument/2006/relationships/slideLayout" Target="../slideLayouts/slideLayout183.xml"/><Relationship Id="rId189" Type="http://schemas.openxmlformats.org/officeDocument/2006/relationships/slideLayout" Target="../slideLayouts/slideLayout188.xml"/><Relationship Id="rId188" Type="http://schemas.openxmlformats.org/officeDocument/2006/relationships/slideLayout" Target="../slideLayouts/slideLayout18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183" Type="http://schemas.openxmlformats.org/officeDocument/2006/relationships/slideLayout" Target="../slideLayouts/slideLayout182.xml"/><Relationship Id="rId32" Type="http://schemas.openxmlformats.org/officeDocument/2006/relationships/slideLayout" Target="../slideLayouts/slideLayout31.xml"/><Relationship Id="rId182" Type="http://schemas.openxmlformats.org/officeDocument/2006/relationships/slideLayout" Target="../slideLayouts/slideLayout181.xml"/><Relationship Id="rId35" Type="http://schemas.openxmlformats.org/officeDocument/2006/relationships/slideLayout" Target="../slideLayouts/slideLayout34.xml"/><Relationship Id="rId181" Type="http://schemas.openxmlformats.org/officeDocument/2006/relationships/slideLayout" Target="../slideLayouts/slideLayout180.xml"/><Relationship Id="rId34" Type="http://schemas.openxmlformats.org/officeDocument/2006/relationships/slideLayout" Target="../slideLayouts/slideLayout33.xml"/><Relationship Id="rId180" Type="http://schemas.openxmlformats.org/officeDocument/2006/relationships/slideLayout" Target="../slideLayouts/slideLayout179.xml"/><Relationship Id="rId37" Type="http://schemas.openxmlformats.org/officeDocument/2006/relationships/slideLayout" Target="../slideLayouts/slideLayout36.xml"/><Relationship Id="rId176" Type="http://schemas.openxmlformats.org/officeDocument/2006/relationships/slideLayout" Target="../slideLayouts/slideLayout175.xml"/><Relationship Id="rId36" Type="http://schemas.openxmlformats.org/officeDocument/2006/relationships/slideLayout" Target="../slideLayouts/slideLayout35.xml"/><Relationship Id="rId175" Type="http://schemas.openxmlformats.org/officeDocument/2006/relationships/slideLayout" Target="../slideLayouts/slideLayout174.xml"/><Relationship Id="rId39" Type="http://schemas.openxmlformats.org/officeDocument/2006/relationships/slideLayout" Target="../slideLayouts/slideLayout38.xml"/><Relationship Id="rId174" Type="http://schemas.openxmlformats.org/officeDocument/2006/relationships/slideLayout" Target="../slideLayouts/slideLayout173.xml"/><Relationship Id="rId38" Type="http://schemas.openxmlformats.org/officeDocument/2006/relationships/slideLayout" Target="../slideLayouts/slideLayout37.xml"/><Relationship Id="rId173" Type="http://schemas.openxmlformats.org/officeDocument/2006/relationships/slideLayout" Target="../slideLayouts/slideLayout172.xml"/><Relationship Id="rId179" Type="http://schemas.openxmlformats.org/officeDocument/2006/relationships/slideLayout" Target="../slideLayouts/slideLayout178.xml"/><Relationship Id="rId178" Type="http://schemas.openxmlformats.org/officeDocument/2006/relationships/slideLayout" Target="../slideLayouts/slideLayout177.xml"/><Relationship Id="rId177" Type="http://schemas.openxmlformats.org/officeDocument/2006/relationships/slideLayout" Target="../slideLayouts/slideLayout176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98" Type="http://schemas.openxmlformats.org/officeDocument/2006/relationships/slideLayout" Target="../slideLayouts/slideLayout197.xml"/><Relationship Id="rId14" Type="http://schemas.openxmlformats.org/officeDocument/2006/relationships/slideLayout" Target="../slideLayouts/slideLayout13.xml"/><Relationship Id="rId197" Type="http://schemas.openxmlformats.org/officeDocument/2006/relationships/slideLayout" Target="../slideLayouts/slideLayout196.xml"/><Relationship Id="rId17" Type="http://schemas.openxmlformats.org/officeDocument/2006/relationships/slideLayout" Target="../slideLayouts/slideLayout16.xml"/><Relationship Id="rId196" Type="http://schemas.openxmlformats.org/officeDocument/2006/relationships/slideLayout" Target="../slideLayouts/slideLayout195.xml"/><Relationship Id="rId16" Type="http://schemas.openxmlformats.org/officeDocument/2006/relationships/slideLayout" Target="../slideLayouts/slideLayout15.xml"/><Relationship Id="rId195" Type="http://schemas.openxmlformats.org/officeDocument/2006/relationships/slideLayout" Target="../slideLayouts/slideLayout194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Relationship Id="rId199" Type="http://schemas.openxmlformats.org/officeDocument/2006/relationships/slideLayout" Target="../slideLayouts/slideLayout198.xml"/><Relationship Id="rId84" Type="http://schemas.openxmlformats.org/officeDocument/2006/relationships/slideLayout" Target="../slideLayouts/slideLayout83.xml"/><Relationship Id="rId83" Type="http://schemas.openxmlformats.org/officeDocument/2006/relationships/slideLayout" Target="../slideLayouts/slideLayout82.xml"/><Relationship Id="rId86" Type="http://schemas.openxmlformats.org/officeDocument/2006/relationships/slideLayout" Target="../slideLayouts/slideLayout85.xml"/><Relationship Id="rId85" Type="http://schemas.openxmlformats.org/officeDocument/2006/relationships/slideLayout" Target="../slideLayouts/slideLayout84.xml"/><Relationship Id="rId88" Type="http://schemas.openxmlformats.org/officeDocument/2006/relationships/slideLayout" Target="../slideLayouts/slideLayout87.xml"/><Relationship Id="rId150" Type="http://schemas.openxmlformats.org/officeDocument/2006/relationships/slideLayout" Target="../slideLayouts/slideLayout149.xml"/><Relationship Id="rId87" Type="http://schemas.openxmlformats.org/officeDocument/2006/relationships/slideLayout" Target="../slideLayouts/slideLayout86.xml"/><Relationship Id="rId89" Type="http://schemas.openxmlformats.org/officeDocument/2006/relationships/slideLayout" Target="../slideLayouts/slideLayout88.xml"/><Relationship Id="rId80" Type="http://schemas.openxmlformats.org/officeDocument/2006/relationships/slideLayout" Target="../slideLayouts/slideLayout79.xml"/><Relationship Id="rId82" Type="http://schemas.openxmlformats.org/officeDocument/2006/relationships/slideLayout" Target="../slideLayouts/slideLayout81.xml"/><Relationship Id="rId81" Type="http://schemas.openxmlformats.org/officeDocument/2006/relationships/slideLayout" Target="../slideLayouts/slideLayout80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149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3.xml"/><Relationship Id="rId148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8.xml"/><Relationship Id="rId143" Type="http://schemas.openxmlformats.org/officeDocument/2006/relationships/slideLayout" Target="../slideLayouts/slideLayout142.xml"/><Relationship Id="rId142" Type="http://schemas.openxmlformats.org/officeDocument/2006/relationships/slideLayout" Target="../slideLayouts/slideLayout141.xml"/><Relationship Id="rId141" Type="http://schemas.openxmlformats.org/officeDocument/2006/relationships/slideLayout" Target="../slideLayouts/slideLayout140.xml"/><Relationship Id="rId140" Type="http://schemas.openxmlformats.org/officeDocument/2006/relationships/slideLayout" Target="../slideLayouts/slideLayout139.xml"/><Relationship Id="rId5" Type="http://schemas.openxmlformats.org/officeDocument/2006/relationships/slideLayout" Target="../slideLayouts/slideLayout4.xml"/><Relationship Id="rId147" Type="http://schemas.openxmlformats.org/officeDocument/2006/relationships/slideLayout" Target="../slideLayouts/slideLayout146.xml"/><Relationship Id="rId6" Type="http://schemas.openxmlformats.org/officeDocument/2006/relationships/slideLayout" Target="../slideLayouts/slideLayout5.xml"/><Relationship Id="rId146" Type="http://schemas.openxmlformats.org/officeDocument/2006/relationships/slideLayout" Target="../slideLayouts/slideLayout145.xml"/><Relationship Id="rId7" Type="http://schemas.openxmlformats.org/officeDocument/2006/relationships/slideLayout" Target="../slideLayouts/slideLayout6.xml"/><Relationship Id="rId145" Type="http://schemas.openxmlformats.org/officeDocument/2006/relationships/slideLayout" Target="../slideLayouts/slideLayout144.xml"/><Relationship Id="rId8" Type="http://schemas.openxmlformats.org/officeDocument/2006/relationships/slideLayout" Target="../slideLayouts/slideLayout7.xml"/><Relationship Id="rId144" Type="http://schemas.openxmlformats.org/officeDocument/2006/relationships/slideLayout" Target="../slideLayouts/slideLayout143.xml"/><Relationship Id="rId73" Type="http://schemas.openxmlformats.org/officeDocument/2006/relationships/slideLayout" Target="../slideLayouts/slideLayout72.xml"/><Relationship Id="rId72" Type="http://schemas.openxmlformats.org/officeDocument/2006/relationships/slideLayout" Target="../slideLayouts/slideLayout71.xml"/><Relationship Id="rId75" Type="http://schemas.openxmlformats.org/officeDocument/2006/relationships/slideLayout" Target="../slideLayouts/slideLayout74.xml"/><Relationship Id="rId74" Type="http://schemas.openxmlformats.org/officeDocument/2006/relationships/slideLayout" Target="../slideLayouts/slideLayout73.xml"/><Relationship Id="rId77" Type="http://schemas.openxmlformats.org/officeDocument/2006/relationships/slideLayout" Target="../slideLayouts/slideLayout76.xml"/><Relationship Id="rId76" Type="http://schemas.openxmlformats.org/officeDocument/2006/relationships/slideLayout" Target="../slideLayouts/slideLayout75.xml"/><Relationship Id="rId79" Type="http://schemas.openxmlformats.org/officeDocument/2006/relationships/slideLayout" Target="../slideLayouts/slideLayout78.xml"/><Relationship Id="rId78" Type="http://schemas.openxmlformats.org/officeDocument/2006/relationships/slideLayout" Target="../slideLayouts/slideLayout77.xml"/><Relationship Id="rId71" Type="http://schemas.openxmlformats.org/officeDocument/2006/relationships/slideLayout" Target="../slideLayouts/slideLayout70.xml"/><Relationship Id="rId70" Type="http://schemas.openxmlformats.org/officeDocument/2006/relationships/slideLayout" Target="../slideLayouts/slideLayout69.xml"/><Relationship Id="rId139" Type="http://schemas.openxmlformats.org/officeDocument/2006/relationships/slideLayout" Target="../slideLayouts/slideLayout138.xml"/><Relationship Id="rId138" Type="http://schemas.openxmlformats.org/officeDocument/2006/relationships/slideLayout" Target="../slideLayouts/slideLayout137.xml"/><Relationship Id="rId137" Type="http://schemas.openxmlformats.org/officeDocument/2006/relationships/slideLayout" Target="../slideLayouts/slideLayout136.xml"/><Relationship Id="rId132" Type="http://schemas.openxmlformats.org/officeDocument/2006/relationships/slideLayout" Target="../slideLayouts/slideLayout131.xml"/><Relationship Id="rId131" Type="http://schemas.openxmlformats.org/officeDocument/2006/relationships/slideLayout" Target="../slideLayouts/slideLayout130.xml"/><Relationship Id="rId130" Type="http://schemas.openxmlformats.org/officeDocument/2006/relationships/slideLayout" Target="../slideLayouts/slideLayout129.xml"/><Relationship Id="rId136" Type="http://schemas.openxmlformats.org/officeDocument/2006/relationships/slideLayout" Target="../slideLayouts/slideLayout135.xml"/><Relationship Id="rId135" Type="http://schemas.openxmlformats.org/officeDocument/2006/relationships/slideLayout" Target="../slideLayouts/slideLayout134.xml"/><Relationship Id="rId134" Type="http://schemas.openxmlformats.org/officeDocument/2006/relationships/slideLayout" Target="../slideLayouts/slideLayout133.xml"/><Relationship Id="rId133" Type="http://schemas.openxmlformats.org/officeDocument/2006/relationships/slideLayout" Target="../slideLayouts/slideLayout132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66" Type="http://schemas.openxmlformats.org/officeDocument/2006/relationships/slideLayout" Target="../slideLayouts/slideLayout65.xml"/><Relationship Id="rId172" Type="http://schemas.openxmlformats.org/officeDocument/2006/relationships/slideLayout" Target="../slideLayouts/slideLayout171.xml"/><Relationship Id="rId65" Type="http://schemas.openxmlformats.org/officeDocument/2006/relationships/slideLayout" Target="../slideLayouts/slideLayout64.xml"/><Relationship Id="rId171" Type="http://schemas.openxmlformats.org/officeDocument/2006/relationships/slideLayout" Target="../slideLayouts/slideLayout170.xml"/><Relationship Id="rId68" Type="http://schemas.openxmlformats.org/officeDocument/2006/relationships/slideLayout" Target="../slideLayouts/slideLayout67.xml"/><Relationship Id="rId170" Type="http://schemas.openxmlformats.org/officeDocument/2006/relationships/slideLayout" Target="../slideLayouts/slideLayout169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165" Type="http://schemas.openxmlformats.org/officeDocument/2006/relationships/slideLayout" Target="../slideLayouts/slideLayout164.xml"/><Relationship Id="rId69" Type="http://schemas.openxmlformats.org/officeDocument/2006/relationships/slideLayout" Target="../slideLayouts/slideLayout68.xml"/><Relationship Id="rId164" Type="http://schemas.openxmlformats.org/officeDocument/2006/relationships/slideLayout" Target="../slideLayouts/slideLayout163.xml"/><Relationship Id="rId163" Type="http://schemas.openxmlformats.org/officeDocument/2006/relationships/slideLayout" Target="../slideLayouts/slideLayout162.xml"/><Relationship Id="rId162" Type="http://schemas.openxmlformats.org/officeDocument/2006/relationships/slideLayout" Target="../slideLayouts/slideLayout161.xml"/><Relationship Id="rId169" Type="http://schemas.openxmlformats.org/officeDocument/2006/relationships/slideLayout" Target="../slideLayouts/slideLayout168.xml"/><Relationship Id="rId168" Type="http://schemas.openxmlformats.org/officeDocument/2006/relationships/slideLayout" Target="../slideLayouts/slideLayout167.xml"/><Relationship Id="rId167" Type="http://schemas.openxmlformats.org/officeDocument/2006/relationships/slideLayout" Target="../slideLayouts/slideLayout166.xml"/><Relationship Id="rId166" Type="http://schemas.openxmlformats.org/officeDocument/2006/relationships/slideLayout" Target="../slideLayouts/slideLayout165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55" Type="http://schemas.openxmlformats.org/officeDocument/2006/relationships/slideLayout" Target="../slideLayouts/slideLayout54.xml"/><Relationship Id="rId161" Type="http://schemas.openxmlformats.org/officeDocument/2006/relationships/slideLayout" Target="../slideLayouts/slideLayout160.xml"/><Relationship Id="rId54" Type="http://schemas.openxmlformats.org/officeDocument/2006/relationships/slideLayout" Target="../slideLayouts/slideLayout53.xml"/><Relationship Id="rId160" Type="http://schemas.openxmlformats.org/officeDocument/2006/relationships/slideLayout" Target="../slideLayouts/slideLayout159.xml"/><Relationship Id="rId57" Type="http://schemas.openxmlformats.org/officeDocument/2006/relationships/slideLayout" Target="../slideLayouts/slideLayout56.xml"/><Relationship Id="rId56" Type="http://schemas.openxmlformats.org/officeDocument/2006/relationships/slideLayout" Target="../slideLayouts/slideLayout55.xml"/><Relationship Id="rId159" Type="http://schemas.openxmlformats.org/officeDocument/2006/relationships/slideLayout" Target="../slideLayouts/slideLayout158.xml"/><Relationship Id="rId59" Type="http://schemas.openxmlformats.org/officeDocument/2006/relationships/slideLayout" Target="../slideLayouts/slideLayout58.xml"/><Relationship Id="rId154" Type="http://schemas.openxmlformats.org/officeDocument/2006/relationships/slideLayout" Target="../slideLayouts/slideLayout153.xml"/><Relationship Id="rId58" Type="http://schemas.openxmlformats.org/officeDocument/2006/relationships/slideLayout" Target="../slideLayouts/slideLayout57.xml"/><Relationship Id="rId153" Type="http://schemas.openxmlformats.org/officeDocument/2006/relationships/slideLayout" Target="../slideLayouts/slideLayout152.xml"/><Relationship Id="rId152" Type="http://schemas.openxmlformats.org/officeDocument/2006/relationships/slideLayout" Target="../slideLayouts/slideLayout151.xml"/><Relationship Id="rId151" Type="http://schemas.openxmlformats.org/officeDocument/2006/relationships/slideLayout" Target="../slideLayouts/slideLayout150.xml"/><Relationship Id="rId158" Type="http://schemas.openxmlformats.org/officeDocument/2006/relationships/slideLayout" Target="../slideLayouts/slideLayout157.xml"/><Relationship Id="rId157" Type="http://schemas.openxmlformats.org/officeDocument/2006/relationships/slideLayout" Target="../slideLayouts/slideLayout156.xml"/><Relationship Id="rId156" Type="http://schemas.openxmlformats.org/officeDocument/2006/relationships/slideLayout" Target="../slideLayouts/slideLayout155.xml"/><Relationship Id="rId155" Type="http://schemas.openxmlformats.org/officeDocument/2006/relationships/slideLayout" Target="../slideLayouts/slideLayout154.xml"/><Relationship Id="rId107" Type="http://schemas.openxmlformats.org/officeDocument/2006/relationships/slideLayout" Target="../slideLayouts/slideLayout106.xml"/><Relationship Id="rId228" Type="http://schemas.openxmlformats.org/officeDocument/2006/relationships/slideLayout" Target="../slideLayouts/slideLayout227.xml"/><Relationship Id="rId106" Type="http://schemas.openxmlformats.org/officeDocument/2006/relationships/slideLayout" Target="../slideLayouts/slideLayout105.xml"/><Relationship Id="rId227" Type="http://schemas.openxmlformats.org/officeDocument/2006/relationships/slideLayout" Target="../slideLayouts/slideLayout226.xml"/><Relationship Id="rId105" Type="http://schemas.openxmlformats.org/officeDocument/2006/relationships/slideLayout" Target="../slideLayouts/slideLayout104.xml"/><Relationship Id="rId226" Type="http://schemas.openxmlformats.org/officeDocument/2006/relationships/slideLayout" Target="../slideLayouts/slideLayout225.xml"/><Relationship Id="rId104" Type="http://schemas.openxmlformats.org/officeDocument/2006/relationships/slideLayout" Target="../slideLayouts/slideLayout103.xml"/><Relationship Id="rId225" Type="http://schemas.openxmlformats.org/officeDocument/2006/relationships/slideLayout" Target="../slideLayouts/slideLayout224.xml"/><Relationship Id="rId109" Type="http://schemas.openxmlformats.org/officeDocument/2006/relationships/slideLayout" Target="../slideLayouts/slideLayout108.xml"/><Relationship Id="rId108" Type="http://schemas.openxmlformats.org/officeDocument/2006/relationships/slideLayout" Target="../slideLayouts/slideLayout107.xml"/><Relationship Id="rId229" Type="http://schemas.openxmlformats.org/officeDocument/2006/relationships/slideLayout" Target="../slideLayouts/slideLayout228.xml"/><Relationship Id="rId220" Type="http://schemas.openxmlformats.org/officeDocument/2006/relationships/slideLayout" Target="../slideLayouts/slideLayout219.xml"/><Relationship Id="rId103" Type="http://schemas.openxmlformats.org/officeDocument/2006/relationships/slideLayout" Target="../slideLayouts/slideLayout102.xml"/><Relationship Id="rId224" Type="http://schemas.openxmlformats.org/officeDocument/2006/relationships/slideLayout" Target="../slideLayouts/slideLayout223.xml"/><Relationship Id="rId102" Type="http://schemas.openxmlformats.org/officeDocument/2006/relationships/slideLayout" Target="../slideLayouts/slideLayout101.xml"/><Relationship Id="rId223" Type="http://schemas.openxmlformats.org/officeDocument/2006/relationships/slideLayout" Target="../slideLayouts/slideLayout222.xml"/><Relationship Id="rId101" Type="http://schemas.openxmlformats.org/officeDocument/2006/relationships/slideLayout" Target="../slideLayouts/slideLayout100.xml"/><Relationship Id="rId222" Type="http://schemas.openxmlformats.org/officeDocument/2006/relationships/slideLayout" Target="../slideLayouts/slideLayout221.xml"/><Relationship Id="rId100" Type="http://schemas.openxmlformats.org/officeDocument/2006/relationships/slideLayout" Target="../slideLayouts/slideLayout99.xml"/><Relationship Id="rId221" Type="http://schemas.openxmlformats.org/officeDocument/2006/relationships/slideLayout" Target="../slideLayouts/slideLayout220.xml"/><Relationship Id="rId217" Type="http://schemas.openxmlformats.org/officeDocument/2006/relationships/slideLayout" Target="../slideLayouts/slideLayout216.xml"/><Relationship Id="rId216" Type="http://schemas.openxmlformats.org/officeDocument/2006/relationships/slideLayout" Target="../slideLayouts/slideLayout215.xml"/><Relationship Id="rId215" Type="http://schemas.openxmlformats.org/officeDocument/2006/relationships/slideLayout" Target="../slideLayouts/slideLayout214.xml"/><Relationship Id="rId214" Type="http://schemas.openxmlformats.org/officeDocument/2006/relationships/slideLayout" Target="../slideLayouts/slideLayout213.xml"/><Relationship Id="rId219" Type="http://schemas.openxmlformats.org/officeDocument/2006/relationships/slideLayout" Target="../slideLayouts/slideLayout218.xml"/><Relationship Id="rId218" Type="http://schemas.openxmlformats.org/officeDocument/2006/relationships/slideLayout" Target="../slideLayouts/slideLayout217.xml"/><Relationship Id="rId213" Type="http://schemas.openxmlformats.org/officeDocument/2006/relationships/slideLayout" Target="../slideLayouts/slideLayout212.xml"/><Relationship Id="rId212" Type="http://schemas.openxmlformats.org/officeDocument/2006/relationships/slideLayout" Target="../slideLayouts/slideLayout211.xml"/><Relationship Id="rId211" Type="http://schemas.openxmlformats.org/officeDocument/2006/relationships/slideLayout" Target="../slideLayouts/slideLayout210.xml"/><Relationship Id="rId210" Type="http://schemas.openxmlformats.org/officeDocument/2006/relationships/slideLayout" Target="../slideLayouts/slideLayout209.xml"/><Relationship Id="rId129" Type="http://schemas.openxmlformats.org/officeDocument/2006/relationships/slideLayout" Target="../slideLayouts/slideLayout128.xml"/><Relationship Id="rId128" Type="http://schemas.openxmlformats.org/officeDocument/2006/relationships/slideLayout" Target="../slideLayouts/slideLayout127.xml"/><Relationship Id="rId127" Type="http://schemas.openxmlformats.org/officeDocument/2006/relationships/slideLayout" Target="../slideLayouts/slideLayout126.xml"/><Relationship Id="rId126" Type="http://schemas.openxmlformats.org/officeDocument/2006/relationships/slideLayout" Target="../slideLayouts/slideLayout125.xml"/><Relationship Id="rId121" Type="http://schemas.openxmlformats.org/officeDocument/2006/relationships/slideLayout" Target="../slideLayouts/slideLayout120.xml"/><Relationship Id="rId120" Type="http://schemas.openxmlformats.org/officeDocument/2006/relationships/slideLayout" Target="../slideLayouts/slideLayout119.xml"/><Relationship Id="rId125" Type="http://schemas.openxmlformats.org/officeDocument/2006/relationships/slideLayout" Target="../slideLayouts/slideLayout124.xml"/><Relationship Id="rId124" Type="http://schemas.openxmlformats.org/officeDocument/2006/relationships/slideLayout" Target="../slideLayouts/slideLayout123.xml"/><Relationship Id="rId123" Type="http://schemas.openxmlformats.org/officeDocument/2006/relationships/slideLayout" Target="../slideLayouts/slideLayout122.xml"/><Relationship Id="rId122" Type="http://schemas.openxmlformats.org/officeDocument/2006/relationships/slideLayout" Target="../slideLayouts/slideLayout121.xml"/><Relationship Id="rId95" Type="http://schemas.openxmlformats.org/officeDocument/2006/relationships/slideLayout" Target="../slideLayouts/slideLayout94.xml"/><Relationship Id="rId94" Type="http://schemas.openxmlformats.org/officeDocument/2006/relationships/slideLayout" Target="../slideLayouts/slideLayout93.xml"/><Relationship Id="rId97" Type="http://schemas.openxmlformats.org/officeDocument/2006/relationships/slideLayout" Target="../slideLayouts/slideLayout96.xml"/><Relationship Id="rId96" Type="http://schemas.openxmlformats.org/officeDocument/2006/relationships/slideLayout" Target="../slideLayouts/slideLayout95.xml"/><Relationship Id="rId99" Type="http://schemas.openxmlformats.org/officeDocument/2006/relationships/slideLayout" Target="../slideLayouts/slideLayout98.xml"/><Relationship Id="rId98" Type="http://schemas.openxmlformats.org/officeDocument/2006/relationships/slideLayout" Target="../slideLayouts/slideLayout97.xml"/><Relationship Id="rId91" Type="http://schemas.openxmlformats.org/officeDocument/2006/relationships/slideLayout" Target="../slideLayouts/slideLayout90.xml"/><Relationship Id="rId90" Type="http://schemas.openxmlformats.org/officeDocument/2006/relationships/slideLayout" Target="../slideLayouts/slideLayout89.xml"/><Relationship Id="rId93" Type="http://schemas.openxmlformats.org/officeDocument/2006/relationships/slideLayout" Target="../slideLayouts/slideLayout92.xml"/><Relationship Id="rId92" Type="http://schemas.openxmlformats.org/officeDocument/2006/relationships/slideLayout" Target="../slideLayouts/slideLayout91.xml"/><Relationship Id="rId118" Type="http://schemas.openxmlformats.org/officeDocument/2006/relationships/slideLayout" Target="../slideLayouts/slideLayout117.xml"/><Relationship Id="rId117" Type="http://schemas.openxmlformats.org/officeDocument/2006/relationships/slideLayout" Target="../slideLayouts/slideLayout116.xml"/><Relationship Id="rId116" Type="http://schemas.openxmlformats.org/officeDocument/2006/relationships/slideLayout" Target="../slideLayouts/slideLayout115.xml"/><Relationship Id="rId115" Type="http://schemas.openxmlformats.org/officeDocument/2006/relationships/slideLayout" Target="../slideLayouts/slideLayout114.xml"/><Relationship Id="rId119" Type="http://schemas.openxmlformats.org/officeDocument/2006/relationships/slideLayout" Target="../slideLayouts/slideLayout118.xml"/><Relationship Id="rId110" Type="http://schemas.openxmlformats.org/officeDocument/2006/relationships/slideLayout" Target="../slideLayouts/slideLayout109.xml"/><Relationship Id="rId231" Type="http://schemas.openxmlformats.org/officeDocument/2006/relationships/slideLayout" Target="../slideLayouts/slideLayout230.xml"/><Relationship Id="rId230" Type="http://schemas.openxmlformats.org/officeDocument/2006/relationships/slideLayout" Target="../slideLayouts/slideLayout229.xml"/><Relationship Id="rId114" Type="http://schemas.openxmlformats.org/officeDocument/2006/relationships/slideLayout" Target="../slideLayouts/slideLayout113.xml"/><Relationship Id="rId113" Type="http://schemas.openxmlformats.org/officeDocument/2006/relationships/slideLayout" Target="../slideLayouts/slideLayout112.xml"/><Relationship Id="rId112" Type="http://schemas.openxmlformats.org/officeDocument/2006/relationships/slideLayout" Target="../slideLayouts/slideLayout111.xml"/><Relationship Id="rId233" Type="http://schemas.openxmlformats.org/officeDocument/2006/relationships/theme" Target="../theme/theme1.xml"/><Relationship Id="rId111" Type="http://schemas.openxmlformats.org/officeDocument/2006/relationships/slideLayout" Target="../slideLayouts/slideLayout110.xml"/><Relationship Id="rId232" Type="http://schemas.openxmlformats.org/officeDocument/2006/relationships/slideLayout" Target="../slideLayouts/slideLayout231.xml"/><Relationship Id="rId206" Type="http://schemas.openxmlformats.org/officeDocument/2006/relationships/slideLayout" Target="../slideLayouts/slideLayout205.xml"/><Relationship Id="rId205" Type="http://schemas.openxmlformats.org/officeDocument/2006/relationships/slideLayout" Target="../slideLayouts/slideLayout204.xml"/><Relationship Id="rId204" Type="http://schemas.openxmlformats.org/officeDocument/2006/relationships/slideLayout" Target="../slideLayouts/slideLayout203.xml"/><Relationship Id="rId203" Type="http://schemas.openxmlformats.org/officeDocument/2006/relationships/slideLayout" Target="../slideLayouts/slideLayout202.xml"/><Relationship Id="rId209" Type="http://schemas.openxmlformats.org/officeDocument/2006/relationships/slideLayout" Target="../slideLayouts/slideLayout208.xml"/><Relationship Id="rId208" Type="http://schemas.openxmlformats.org/officeDocument/2006/relationships/slideLayout" Target="../slideLayouts/slideLayout207.xml"/><Relationship Id="rId207" Type="http://schemas.openxmlformats.org/officeDocument/2006/relationships/slideLayout" Target="../slideLayouts/slideLayout206.xml"/><Relationship Id="rId202" Type="http://schemas.openxmlformats.org/officeDocument/2006/relationships/slideLayout" Target="../slideLayouts/slideLayout201.xml"/><Relationship Id="rId201" Type="http://schemas.openxmlformats.org/officeDocument/2006/relationships/slideLayout" Target="../slideLayouts/slideLayout200.xml"/><Relationship Id="rId200" Type="http://schemas.openxmlformats.org/officeDocument/2006/relationships/slideLayout" Target="../slideLayouts/slideLayout19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694800" y="1627200"/>
            <a:ext cx="10799999" cy="468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10417175" y="6452085"/>
            <a:ext cx="71920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2" type="sldNum"/>
          </p:nvPr>
        </p:nvSpPr>
        <p:spPr>
          <a:xfrm>
            <a:off x="11136313" y="6452085"/>
            <a:ext cx="360363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A black and blue logo&#10;&#10;Description automatically generated" id="10" name="Google Shape;10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95326" y="6497039"/>
            <a:ext cx="698400" cy="2736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  <p:sldLayoutId id="2147483724" r:id="rId77"/>
    <p:sldLayoutId id="2147483725" r:id="rId78"/>
    <p:sldLayoutId id="2147483726" r:id="rId79"/>
    <p:sldLayoutId id="2147483727" r:id="rId80"/>
    <p:sldLayoutId id="2147483728" r:id="rId81"/>
    <p:sldLayoutId id="2147483729" r:id="rId82"/>
    <p:sldLayoutId id="2147483730" r:id="rId83"/>
    <p:sldLayoutId id="2147483731" r:id="rId84"/>
    <p:sldLayoutId id="2147483732" r:id="rId85"/>
    <p:sldLayoutId id="2147483733" r:id="rId86"/>
    <p:sldLayoutId id="2147483734" r:id="rId87"/>
    <p:sldLayoutId id="2147483735" r:id="rId88"/>
    <p:sldLayoutId id="2147483736" r:id="rId89"/>
    <p:sldLayoutId id="2147483737" r:id="rId90"/>
    <p:sldLayoutId id="2147483738" r:id="rId91"/>
    <p:sldLayoutId id="2147483739" r:id="rId92"/>
    <p:sldLayoutId id="2147483740" r:id="rId93"/>
    <p:sldLayoutId id="2147483741" r:id="rId94"/>
    <p:sldLayoutId id="2147483742" r:id="rId95"/>
    <p:sldLayoutId id="2147483743" r:id="rId96"/>
    <p:sldLayoutId id="2147483744" r:id="rId97"/>
    <p:sldLayoutId id="2147483745" r:id="rId98"/>
    <p:sldLayoutId id="2147483746" r:id="rId99"/>
    <p:sldLayoutId id="2147483747" r:id="rId100"/>
    <p:sldLayoutId id="2147483748" r:id="rId101"/>
    <p:sldLayoutId id="2147483749" r:id="rId102"/>
    <p:sldLayoutId id="2147483750" r:id="rId103"/>
    <p:sldLayoutId id="2147483751" r:id="rId104"/>
    <p:sldLayoutId id="2147483752" r:id="rId105"/>
    <p:sldLayoutId id="2147483753" r:id="rId106"/>
    <p:sldLayoutId id="2147483754" r:id="rId107"/>
    <p:sldLayoutId id="2147483755" r:id="rId108"/>
    <p:sldLayoutId id="2147483756" r:id="rId109"/>
    <p:sldLayoutId id="2147483757" r:id="rId110"/>
    <p:sldLayoutId id="2147483758" r:id="rId111"/>
    <p:sldLayoutId id="2147483759" r:id="rId112"/>
    <p:sldLayoutId id="2147483760" r:id="rId113"/>
    <p:sldLayoutId id="2147483761" r:id="rId114"/>
    <p:sldLayoutId id="2147483762" r:id="rId115"/>
    <p:sldLayoutId id="2147483763" r:id="rId116"/>
    <p:sldLayoutId id="2147483764" r:id="rId117"/>
    <p:sldLayoutId id="2147483765" r:id="rId118"/>
    <p:sldLayoutId id="2147483766" r:id="rId119"/>
    <p:sldLayoutId id="2147483767" r:id="rId120"/>
    <p:sldLayoutId id="2147483768" r:id="rId121"/>
    <p:sldLayoutId id="2147483769" r:id="rId122"/>
    <p:sldLayoutId id="2147483770" r:id="rId123"/>
    <p:sldLayoutId id="2147483771" r:id="rId124"/>
    <p:sldLayoutId id="2147483772" r:id="rId125"/>
    <p:sldLayoutId id="2147483773" r:id="rId126"/>
    <p:sldLayoutId id="2147483774" r:id="rId127"/>
    <p:sldLayoutId id="2147483775" r:id="rId128"/>
    <p:sldLayoutId id="2147483776" r:id="rId129"/>
    <p:sldLayoutId id="2147483777" r:id="rId130"/>
    <p:sldLayoutId id="2147483778" r:id="rId131"/>
    <p:sldLayoutId id="2147483779" r:id="rId132"/>
    <p:sldLayoutId id="2147483780" r:id="rId133"/>
    <p:sldLayoutId id="2147483781" r:id="rId134"/>
    <p:sldLayoutId id="2147483782" r:id="rId135"/>
    <p:sldLayoutId id="2147483783" r:id="rId136"/>
    <p:sldLayoutId id="2147483784" r:id="rId137"/>
    <p:sldLayoutId id="2147483785" r:id="rId138"/>
    <p:sldLayoutId id="2147483786" r:id="rId139"/>
    <p:sldLayoutId id="2147483787" r:id="rId140"/>
    <p:sldLayoutId id="2147483788" r:id="rId141"/>
    <p:sldLayoutId id="2147483789" r:id="rId142"/>
    <p:sldLayoutId id="2147483790" r:id="rId143"/>
    <p:sldLayoutId id="2147483791" r:id="rId144"/>
    <p:sldLayoutId id="2147483792" r:id="rId145"/>
    <p:sldLayoutId id="2147483793" r:id="rId146"/>
    <p:sldLayoutId id="2147483794" r:id="rId147"/>
    <p:sldLayoutId id="2147483795" r:id="rId148"/>
    <p:sldLayoutId id="2147483796" r:id="rId149"/>
    <p:sldLayoutId id="2147483797" r:id="rId150"/>
    <p:sldLayoutId id="2147483798" r:id="rId151"/>
    <p:sldLayoutId id="2147483799" r:id="rId152"/>
    <p:sldLayoutId id="2147483800" r:id="rId153"/>
    <p:sldLayoutId id="2147483801" r:id="rId154"/>
    <p:sldLayoutId id="2147483802" r:id="rId155"/>
    <p:sldLayoutId id="2147483803" r:id="rId156"/>
    <p:sldLayoutId id="2147483804" r:id="rId157"/>
    <p:sldLayoutId id="2147483805" r:id="rId158"/>
    <p:sldLayoutId id="2147483806" r:id="rId159"/>
    <p:sldLayoutId id="2147483807" r:id="rId160"/>
    <p:sldLayoutId id="2147483808" r:id="rId161"/>
    <p:sldLayoutId id="2147483809" r:id="rId162"/>
    <p:sldLayoutId id="2147483810" r:id="rId163"/>
    <p:sldLayoutId id="2147483811" r:id="rId164"/>
    <p:sldLayoutId id="2147483812" r:id="rId165"/>
    <p:sldLayoutId id="2147483813" r:id="rId166"/>
    <p:sldLayoutId id="2147483814" r:id="rId167"/>
    <p:sldLayoutId id="2147483815" r:id="rId168"/>
    <p:sldLayoutId id="2147483816" r:id="rId169"/>
    <p:sldLayoutId id="2147483817" r:id="rId170"/>
    <p:sldLayoutId id="2147483818" r:id="rId171"/>
    <p:sldLayoutId id="2147483819" r:id="rId172"/>
    <p:sldLayoutId id="2147483820" r:id="rId173"/>
    <p:sldLayoutId id="2147483821" r:id="rId174"/>
    <p:sldLayoutId id="2147483822" r:id="rId175"/>
    <p:sldLayoutId id="2147483823" r:id="rId176"/>
    <p:sldLayoutId id="2147483824" r:id="rId177"/>
    <p:sldLayoutId id="2147483825" r:id="rId178"/>
    <p:sldLayoutId id="2147483826" r:id="rId179"/>
    <p:sldLayoutId id="2147483827" r:id="rId180"/>
    <p:sldLayoutId id="2147483828" r:id="rId181"/>
    <p:sldLayoutId id="2147483829" r:id="rId182"/>
    <p:sldLayoutId id="2147483830" r:id="rId183"/>
    <p:sldLayoutId id="2147483831" r:id="rId184"/>
    <p:sldLayoutId id="2147483832" r:id="rId185"/>
    <p:sldLayoutId id="2147483833" r:id="rId186"/>
    <p:sldLayoutId id="2147483834" r:id="rId187"/>
    <p:sldLayoutId id="2147483835" r:id="rId188"/>
    <p:sldLayoutId id="2147483836" r:id="rId189"/>
    <p:sldLayoutId id="2147483837" r:id="rId190"/>
    <p:sldLayoutId id="2147483838" r:id="rId191"/>
    <p:sldLayoutId id="2147483839" r:id="rId192"/>
    <p:sldLayoutId id="2147483840" r:id="rId193"/>
    <p:sldLayoutId id="2147483841" r:id="rId194"/>
    <p:sldLayoutId id="2147483842" r:id="rId195"/>
    <p:sldLayoutId id="2147483843" r:id="rId196"/>
    <p:sldLayoutId id="2147483844" r:id="rId197"/>
    <p:sldLayoutId id="2147483845" r:id="rId198"/>
    <p:sldLayoutId id="2147483846" r:id="rId199"/>
    <p:sldLayoutId id="2147483847" r:id="rId200"/>
    <p:sldLayoutId id="2147483848" r:id="rId201"/>
    <p:sldLayoutId id="2147483849" r:id="rId202"/>
    <p:sldLayoutId id="2147483850" r:id="rId203"/>
    <p:sldLayoutId id="2147483851" r:id="rId204"/>
    <p:sldLayoutId id="2147483852" r:id="rId205"/>
    <p:sldLayoutId id="2147483853" r:id="rId206"/>
    <p:sldLayoutId id="2147483854" r:id="rId207"/>
    <p:sldLayoutId id="2147483855" r:id="rId208"/>
    <p:sldLayoutId id="2147483856" r:id="rId209"/>
    <p:sldLayoutId id="2147483857" r:id="rId210"/>
    <p:sldLayoutId id="2147483858" r:id="rId211"/>
    <p:sldLayoutId id="2147483859" r:id="rId212"/>
    <p:sldLayoutId id="2147483860" r:id="rId213"/>
    <p:sldLayoutId id="2147483861" r:id="rId214"/>
    <p:sldLayoutId id="2147483862" r:id="rId215"/>
    <p:sldLayoutId id="2147483863" r:id="rId216"/>
    <p:sldLayoutId id="2147483864" r:id="rId217"/>
    <p:sldLayoutId id="2147483865" r:id="rId218"/>
    <p:sldLayoutId id="2147483866" r:id="rId219"/>
    <p:sldLayoutId id="2147483867" r:id="rId220"/>
    <p:sldLayoutId id="2147483868" r:id="rId221"/>
    <p:sldLayoutId id="2147483869" r:id="rId222"/>
    <p:sldLayoutId id="2147483870" r:id="rId223"/>
    <p:sldLayoutId id="2147483871" r:id="rId224"/>
    <p:sldLayoutId id="2147483872" r:id="rId225"/>
    <p:sldLayoutId id="2147483873" r:id="rId226"/>
    <p:sldLayoutId id="2147483874" r:id="rId227"/>
    <p:sldLayoutId id="2147483875" r:id="rId228"/>
    <p:sldLayoutId id="2147483876" r:id="rId229"/>
    <p:sldLayoutId id="2147483877" r:id="rId230"/>
    <p:sldLayoutId id="2147483878" r:id="rId231"/>
    <p:sldLayoutId id="2147483879" r:id="rId23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4067">
          <p15:clr>
            <a:srgbClr val="F26B43"/>
          </p15:clr>
        </p15:guide>
        <p15:guide id="4" pos="3613">
          <p15:clr>
            <a:srgbClr val="F26B43"/>
          </p15:clr>
        </p15:guide>
        <p15:guide id="5" pos="3386">
          <p15:clr>
            <a:srgbClr val="F26B43"/>
          </p15:clr>
        </p15:guide>
        <p15:guide id="6" pos="3160">
          <p15:clr>
            <a:srgbClr val="F26B43"/>
          </p15:clr>
        </p15:guide>
        <p15:guide id="7" pos="2933">
          <p15:clr>
            <a:srgbClr val="F26B43"/>
          </p15:clr>
        </p15:guide>
        <p15:guide id="8" pos="2706">
          <p15:clr>
            <a:srgbClr val="F26B43"/>
          </p15:clr>
        </p15:guide>
        <p15:guide id="9" pos="2479">
          <p15:clr>
            <a:srgbClr val="F26B43"/>
          </p15:clr>
        </p15:guide>
        <p15:guide id="10" pos="2252">
          <p15:clr>
            <a:srgbClr val="F26B43"/>
          </p15:clr>
        </p15:guide>
        <p15:guide id="11" pos="2026">
          <p15:clr>
            <a:srgbClr val="F26B43"/>
          </p15:clr>
        </p15:guide>
        <p15:guide id="12" pos="1799">
          <p15:clr>
            <a:srgbClr val="F26B43"/>
          </p15:clr>
        </p15:guide>
        <p15:guide id="13" pos="1572">
          <p15:clr>
            <a:srgbClr val="F26B43"/>
          </p15:clr>
        </p15:guide>
        <p15:guide id="14" pos="1345">
          <p15:clr>
            <a:srgbClr val="F26B43"/>
          </p15:clr>
        </p15:guide>
        <p15:guide id="15" pos="1118">
          <p15:clr>
            <a:srgbClr val="F26B43"/>
          </p15:clr>
        </p15:guide>
        <p15:guide id="16" pos="892">
          <p15:clr>
            <a:srgbClr val="F26B43"/>
          </p15:clr>
        </p15:guide>
        <p15:guide id="17" pos="665">
          <p15:clr>
            <a:srgbClr val="F26B43"/>
          </p15:clr>
        </p15:guide>
        <p15:guide id="18" pos="438">
          <p15:clr>
            <a:srgbClr val="F26B43"/>
          </p15:clr>
        </p15:guide>
        <p15:guide id="19" pos="211">
          <p15:clr>
            <a:srgbClr val="F26B43"/>
          </p15:clr>
        </p15:guide>
        <p15:guide id="20" pos="4294">
          <p15:clr>
            <a:srgbClr val="F26B43"/>
          </p15:clr>
        </p15:guide>
        <p15:guide id="21" pos="4520">
          <p15:clr>
            <a:srgbClr val="F26B43"/>
          </p15:clr>
        </p15:guide>
        <p15:guide id="22" pos="4747">
          <p15:clr>
            <a:srgbClr val="F26B43"/>
          </p15:clr>
        </p15:guide>
        <p15:guide id="23" pos="4974">
          <p15:clr>
            <a:srgbClr val="F26B43"/>
          </p15:clr>
        </p15:guide>
        <p15:guide id="24" pos="5201">
          <p15:clr>
            <a:srgbClr val="F26B43"/>
          </p15:clr>
        </p15:guide>
        <p15:guide id="25" pos="5428">
          <p15:clr>
            <a:srgbClr val="F26B43"/>
          </p15:clr>
        </p15:guide>
        <p15:guide id="26" pos="5654">
          <p15:clr>
            <a:srgbClr val="F26B43"/>
          </p15:clr>
        </p15:guide>
        <p15:guide id="27" pos="5881">
          <p15:clr>
            <a:srgbClr val="F26B43"/>
          </p15:clr>
        </p15:guide>
        <p15:guide id="28" pos="6108">
          <p15:clr>
            <a:srgbClr val="F26B43"/>
          </p15:clr>
        </p15:guide>
        <p15:guide id="29" pos="6335">
          <p15:clr>
            <a:srgbClr val="F26B43"/>
          </p15:clr>
        </p15:guide>
        <p15:guide id="30" pos="6562">
          <p15:clr>
            <a:srgbClr val="F26B43"/>
          </p15:clr>
        </p15:guide>
        <p15:guide id="31" pos="6788">
          <p15:clr>
            <a:srgbClr val="F26B43"/>
          </p15:clr>
        </p15:guide>
        <p15:guide id="32" pos="7015">
          <p15:clr>
            <a:srgbClr val="F26B43"/>
          </p15:clr>
        </p15:guide>
        <p15:guide id="33" pos="7242">
          <p15:clr>
            <a:srgbClr val="F26B43"/>
          </p15:clr>
        </p15:guide>
        <p15:guide id="34" pos="7469">
          <p15:clr>
            <a:srgbClr val="F26B43"/>
          </p15:clr>
        </p15:guide>
        <p15:guide id="35" pos="7680">
          <p15:clr>
            <a:srgbClr val="F26B43"/>
          </p15:clr>
        </p15:guide>
        <p15:guide id="36">
          <p15:clr>
            <a:srgbClr val="F26B43"/>
          </p15:clr>
        </p15:guide>
        <p15:guide id="37" orient="horz" pos="1933">
          <p15:clr>
            <a:srgbClr val="F26B43"/>
          </p15:clr>
        </p15:guide>
        <p15:guide id="38" orient="horz" pos="1706">
          <p15:clr>
            <a:srgbClr val="F26B43"/>
          </p15:clr>
        </p15:guide>
        <p15:guide id="39" orient="horz" pos="1480">
          <p15:clr>
            <a:srgbClr val="F26B43"/>
          </p15:clr>
        </p15:guide>
        <p15:guide id="40" orient="horz" pos="1253">
          <p15:clr>
            <a:srgbClr val="F26B43"/>
          </p15:clr>
        </p15:guide>
        <p15:guide id="41" orient="horz" pos="1026">
          <p15:clr>
            <a:srgbClr val="F26B43"/>
          </p15:clr>
        </p15:guide>
        <p15:guide id="42" orient="horz" pos="799">
          <p15:clr>
            <a:srgbClr val="F26B43"/>
          </p15:clr>
        </p15:guide>
        <p15:guide id="43" orient="horz" pos="572">
          <p15:clr>
            <a:srgbClr val="F26B43"/>
          </p15:clr>
        </p15:guide>
        <p15:guide id="44" orient="horz" pos="346">
          <p15:clr>
            <a:srgbClr val="F26B43"/>
          </p15:clr>
        </p15:guide>
        <p15:guide id="45" orient="horz" pos="119">
          <p15:clr>
            <a:srgbClr val="F26B43"/>
          </p15:clr>
        </p15:guide>
        <p15:guide id="46" orient="horz">
          <p15:clr>
            <a:srgbClr val="F26B43"/>
          </p15:clr>
        </p15:guide>
        <p15:guide id="47" orient="horz" pos="2387">
          <p15:clr>
            <a:srgbClr val="F26B43"/>
          </p15:clr>
        </p15:guide>
        <p15:guide id="48" orient="horz" pos="2614">
          <p15:clr>
            <a:srgbClr val="F26B43"/>
          </p15:clr>
        </p15:guide>
        <p15:guide id="49" orient="horz" pos="2840">
          <p15:clr>
            <a:srgbClr val="F26B43"/>
          </p15:clr>
        </p15:guide>
        <p15:guide id="50" orient="horz" pos="3067">
          <p15:clr>
            <a:srgbClr val="F26B43"/>
          </p15:clr>
        </p15:guide>
        <p15:guide id="51" orient="horz" pos="3294">
          <p15:clr>
            <a:srgbClr val="F26B43"/>
          </p15:clr>
        </p15:guide>
        <p15:guide id="52" orient="horz" pos="3521">
          <p15:clr>
            <a:srgbClr val="F26B43"/>
          </p15:clr>
        </p15:guide>
        <p15:guide id="53" orient="horz" pos="3748">
          <p15:clr>
            <a:srgbClr val="F26B43"/>
          </p15:clr>
        </p15:guide>
        <p15:guide id="54" orient="horz" pos="3974">
          <p15:clr>
            <a:srgbClr val="F26B43"/>
          </p15:clr>
        </p15:guide>
        <p15:guide id="55" orient="horz" pos="4201">
          <p15:clr>
            <a:srgbClr val="F26B43"/>
          </p15:clr>
        </p15:guide>
        <p15:guide id="56" orient="horz" pos="4320">
          <p15:clr>
            <a:srgbClr val="F26B43"/>
          </p15:clr>
        </p15:guide>
        <p15:guide id="57" pos="3727">
          <p15:clr>
            <a:srgbClr val="FFFFFF"/>
          </p15:clr>
        </p15:guide>
        <p15:guide id="58" pos="3500">
          <p15:clr>
            <a:srgbClr val="FFFFFF"/>
          </p15:clr>
        </p15:guide>
        <p15:guide id="59" pos="3273">
          <p15:clr>
            <a:srgbClr val="FFFFFF"/>
          </p15:clr>
        </p15:guide>
        <p15:guide id="60" pos="3046">
          <p15:clr>
            <a:srgbClr val="FFFFFF"/>
          </p15:clr>
        </p15:guide>
        <p15:guide id="61" pos="2819">
          <p15:clr>
            <a:srgbClr val="FFFFFF"/>
          </p15:clr>
        </p15:guide>
        <p15:guide id="62" pos="2593">
          <p15:clr>
            <a:srgbClr val="FFFFFF"/>
          </p15:clr>
        </p15:guide>
        <p15:guide id="63" pos="2366">
          <p15:clr>
            <a:srgbClr val="FFFFFF"/>
          </p15:clr>
        </p15:guide>
        <p15:guide id="64" pos="2139">
          <p15:clr>
            <a:srgbClr val="FFFFFF"/>
          </p15:clr>
        </p15:guide>
        <p15:guide id="65" pos="1912">
          <p15:clr>
            <a:srgbClr val="FFFFFF"/>
          </p15:clr>
        </p15:guide>
        <p15:guide id="66" pos="1685">
          <p15:clr>
            <a:srgbClr val="FFFFFF"/>
          </p15:clr>
        </p15:guide>
        <p15:guide id="67" pos="1459">
          <p15:clr>
            <a:srgbClr val="FFFFFF"/>
          </p15:clr>
        </p15:guide>
        <p15:guide id="68" pos="1232">
          <p15:clr>
            <a:srgbClr val="FFFFFF"/>
          </p15:clr>
        </p15:guide>
        <p15:guide id="69" pos="1005">
          <p15:clr>
            <a:srgbClr val="FFFFFF"/>
          </p15:clr>
        </p15:guide>
        <p15:guide id="70" pos="778">
          <p15:clr>
            <a:srgbClr val="FFFFFF"/>
          </p15:clr>
        </p15:guide>
        <p15:guide id="71" pos="551">
          <p15:clr>
            <a:srgbClr val="FFFFFF"/>
          </p15:clr>
        </p15:guide>
        <p15:guide id="72" pos="325">
          <p15:clr>
            <a:srgbClr val="FFFFFF"/>
          </p15:clr>
        </p15:guide>
        <p15:guide id="73" pos="98">
          <p15:clr>
            <a:srgbClr val="FFFFFF"/>
          </p15:clr>
        </p15:guide>
        <p15:guide id="74" pos="3953">
          <p15:clr>
            <a:srgbClr val="FFFFFF"/>
          </p15:clr>
        </p15:guide>
        <p15:guide id="75" pos="4180">
          <p15:clr>
            <a:srgbClr val="FFFFFF"/>
          </p15:clr>
        </p15:guide>
        <p15:guide id="76" pos="4407">
          <p15:clr>
            <a:srgbClr val="FFFFFF"/>
          </p15:clr>
        </p15:guide>
        <p15:guide id="77" pos="4634">
          <p15:clr>
            <a:srgbClr val="FFFFFF"/>
          </p15:clr>
        </p15:guide>
        <p15:guide id="78" pos="4861">
          <p15:clr>
            <a:srgbClr val="FFFFFF"/>
          </p15:clr>
        </p15:guide>
        <p15:guide id="79" pos="5087">
          <p15:clr>
            <a:srgbClr val="FFFFFF"/>
          </p15:clr>
        </p15:guide>
        <p15:guide id="80" pos="5314">
          <p15:clr>
            <a:srgbClr val="FFFFFF"/>
          </p15:clr>
        </p15:guide>
        <p15:guide id="81" pos="5541">
          <p15:clr>
            <a:srgbClr val="FFFFFF"/>
          </p15:clr>
        </p15:guide>
        <p15:guide id="82" pos="5768">
          <p15:clr>
            <a:srgbClr val="FFFFFF"/>
          </p15:clr>
        </p15:guide>
        <p15:guide id="83" pos="5995">
          <p15:clr>
            <a:srgbClr val="FFFFFF"/>
          </p15:clr>
        </p15:guide>
        <p15:guide id="84" pos="6221">
          <p15:clr>
            <a:srgbClr val="FFFFFF"/>
          </p15:clr>
        </p15:guide>
        <p15:guide id="85" pos="6448">
          <p15:clr>
            <a:srgbClr val="FFFFFF"/>
          </p15:clr>
        </p15:guide>
        <p15:guide id="86" pos="6675">
          <p15:clr>
            <a:srgbClr val="FFFFFF"/>
          </p15:clr>
        </p15:guide>
        <p15:guide id="87" pos="6902">
          <p15:clr>
            <a:srgbClr val="FFFFFF"/>
          </p15:clr>
        </p15:guide>
        <p15:guide id="88" pos="7129">
          <p15:clr>
            <a:srgbClr val="FFFFFF"/>
          </p15:clr>
        </p15:guide>
        <p15:guide id="89" pos="7355">
          <p15:clr>
            <a:srgbClr val="FFFFFF"/>
          </p15:clr>
        </p15:guide>
        <p15:guide id="90" pos="7582">
          <p15:clr>
            <a:srgbClr val="FFFFFF"/>
          </p15:clr>
        </p15:guide>
        <p15:guide id="91" orient="horz" pos="2047">
          <p15:clr>
            <a:srgbClr val="FFFFFF"/>
          </p15:clr>
        </p15:guide>
        <p15:guide id="92" orient="horz" pos="1820">
          <p15:clr>
            <a:srgbClr val="FFFFFF"/>
          </p15:clr>
        </p15:guide>
        <p15:guide id="93" orient="horz" pos="1593">
          <p15:clr>
            <a:srgbClr val="FFFFFF"/>
          </p15:clr>
        </p15:guide>
        <p15:guide id="94" orient="horz" pos="1366">
          <p15:clr>
            <a:srgbClr val="FFFFFF"/>
          </p15:clr>
        </p15:guide>
        <p15:guide id="95" orient="horz" pos="1139">
          <p15:clr>
            <a:srgbClr val="FFFFFF"/>
          </p15:clr>
        </p15:guide>
        <p15:guide id="96" orient="horz" pos="913">
          <p15:clr>
            <a:srgbClr val="FFFFFF"/>
          </p15:clr>
        </p15:guide>
        <p15:guide id="97" orient="horz" pos="686">
          <p15:clr>
            <a:srgbClr val="FFFFFF"/>
          </p15:clr>
        </p15:guide>
        <p15:guide id="98" orient="horz" pos="459">
          <p15:clr>
            <a:srgbClr val="FFFFFF"/>
          </p15:clr>
        </p15:guide>
        <p15:guide id="99" orient="horz" pos="232">
          <p15:clr>
            <a:srgbClr val="FFFFFF"/>
          </p15:clr>
        </p15:guide>
        <p15:guide id="100" orient="horz" pos="2273">
          <p15:clr>
            <a:srgbClr val="FFFFFF"/>
          </p15:clr>
        </p15:guide>
        <p15:guide id="101" orient="horz" pos="2500">
          <p15:clr>
            <a:srgbClr val="FFFFFF"/>
          </p15:clr>
        </p15:guide>
        <p15:guide id="102" orient="horz" pos="2727">
          <p15:clr>
            <a:srgbClr val="FFFFFF"/>
          </p15:clr>
        </p15:guide>
        <p15:guide id="103" orient="horz" pos="2954">
          <p15:clr>
            <a:srgbClr val="FFFFFF"/>
          </p15:clr>
        </p15:guide>
        <p15:guide id="104" orient="horz" pos="3181">
          <p15:clr>
            <a:srgbClr val="FFFFFF"/>
          </p15:clr>
        </p15:guide>
        <p15:guide id="105" orient="horz" pos="3407">
          <p15:clr>
            <a:srgbClr val="FFFFFF"/>
          </p15:clr>
        </p15:guide>
        <p15:guide id="106" orient="horz" pos="3634">
          <p15:clr>
            <a:srgbClr val="FFFFFF"/>
          </p15:clr>
        </p15:guide>
        <p15:guide id="107" orient="horz" pos="3861">
          <p15:clr>
            <a:srgbClr val="FFFFFF"/>
          </p15:clr>
        </p15:guide>
        <p15:guide id="108" orient="horz" pos="4088">
          <p15:clr>
            <a:srgbClr val="FFFFFF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5" name="Shape 2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6" name="Google Shape;2906;p1"/>
          <p:cNvSpPr txBox="1"/>
          <p:nvPr>
            <p:ph type="title"/>
          </p:nvPr>
        </p:nvSpPr>
        <p:spPr>
          <a:xfrm>
            <a:off x="695325" y="2708275"/>
            <a:ext cx="10801350" cy="144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GB"/>
              <a:t>AllUnite 2026</a:t>
            </a:r>
            <a:endParaRPr/>
          </a:p>
        </p:txBody>
      </p:sp>
      <p:sp>
        <p:nvSpPr>
          <p:cNvPr id="2907" name="Google Shape;2907;p1"/>
          <p:cNvSpPr txBox="1"/>
          <p:nvPr>
            <p:ph idx="1" type="body"/>
          </p:nvPr>
        </p:nvSpPr>
        <p:spPr>
          <a:xfrm>
            <a:off x="695325" y="4508499"/>
            <a:ext cx="10801350" cy="1081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GB"/>
              <a:t>Liverpool One Mall</a:t>
            </a:r>
            <a:endParaRPr/>
          </a:p>
        </p:txBody>
      </p:sp>
      <p:sp>
        <p:nvSpPr>
          <p:cNvPr id="2908" name="Google Shape;2908;p1"/>
          <p:cNvSpPr/>
          <p:nvPr>
            <p:ph idx="2" type="pic"/>
          </p:nvPr>
        </p:nvSpPr>
        <p:spPr>
          <a:xfrm>
            <a:off x="2135188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2909" name="Google Shape;2909;p1"/>
          <p:cNvSpPr/>
          <p:nvPr>
            <p:ph idx="3" type="pic"/>
          </p:nvPr>
        </p:nvSpPr>
        <p:spPr>
          <a:xfrm>
            <a:off x="3575050" y="727200"/>
            <a:ext cx="1260475" cy="533400"/>
          </a:xfrm>
          <a:prstGeom prst="rect">
            <a:avLst/>
          </a:prstGeom>
          <a:noFill/>
          <a:ln>
            <a:noFill/>
          </a:ln>
        </p:spPr>
      </p:sp>
      <p:pic>
        <p:nvPicPr>
          <p:cNvPr descr="A black and white logo&#10;&#10;Description automatically generated" id="2910" name="Google Shape;291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800" y="727200"/>
            <a:ext cx="1250511" cy="490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4" name="Shape 2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5" name="Google Shape;2915;p1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4900" l="-1213" r="-4645" t="3355"/>
          <a:stretch/>
        </p:blipFill>
        <p:spPr>
          <a:xfrm>
            <a:off x="694800" y="1627200"/>
            <a:ext cx="10800000" cy="468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pic>
      <p:sp>
        <p:nvSpPr>
          <p:cNvPr id="2916" name="Google Shape;2916;p11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GB"/>
              <a:t>Liverpool One – Lower Mall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0" name="Shape 2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1" name="Google Shape;2921;p1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5982" l="5797" r="4092" t="6092"/>
          <a:stretch/>
        </p:blipFill>
        <p:spPr>
          <a:xfrm>
            <a:off x="694800" y="1627200"/>
            <a:ext cx="10800000" cy="4680000"/>
          </a:xfrm>
          <a:prstGeom prst="rect">
            <a:avLst/>
          </a:prstGeom>
          <a:solidFill>
            <a:srgbClr val="C5C9C8"/>
          </a:solidFill>
          <a:ln>
            <a:noFill/>
          </a:ln>
        </p:spPr>
      </p:pic>
      <p:sp>
        <p:nvSpPr>
          <p:cNvPr id="2922" name="Google Shape;2922;p12"/>
          <p:cNvSpPr txBox="1"/>
          <p:nvPr>
            <p:ph type="title"/>
          </p:nvPr>
        </p:nvSpPr>
        <p:spPr>
          <a:xfrm>
            <a:off x="694800" y="674447"/>
            <a:ext cx="10799999" cy="89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GB"/>
              <a:t>Liverpool One – Upper Mall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JCDecaux UK PowerPoint template">
  <a:themeElements>
    <a:clrScheme name="2025_JCD">
      <a:dk1>
        <a:srgbClr val="000000"/>
      </a:dk1>
      <a:lt1>
        <a:srgbClr val="FFFFFF"/>
      </a:lt1>
      <a:dk2>
        <a:srgbClr val="163B5C"/>
      </a:dk2>
      <a:lt2>
        <a:srgbClr val="F6F3F1"/>
      </a:lt2>
      <a:accent1>
        <a:srgbClr val="163B5C"/>
      </a:accent1>
      <a:accent2>
        <a:srgbClr val="169BB2"/>
      </a:accent2>
      <a:accent3>
        <a:srgbClr val="DB2B38"/>
      </a:accent3>
      <a:accent4>
        <a:srgbClr val="F3A712"/>
      </a:accent4>
      <a:accent5>
        <a:srgbClr val="2CA58D"/>
      </a:accent5>
      <a:accent6>
        <a:srgbClr val="737976"/>
      </a:accent6>
      <a:hlink>
        <a:srgbClr val="169BB2"/>
      </a:hlink>
      <a:folHlink>
        <a:srgbClr val="DB2B3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2025-12-03T14:50:22Z</dcterms:created>
  <dc:creator>BARNETT, Anita</dc:creator>
</cp:coreProperties>
</file>